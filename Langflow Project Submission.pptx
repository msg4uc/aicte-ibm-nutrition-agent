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94629"/>
  </p:normalViewPr>
  <p:slideViewPr>
    <p:cSldViewPr snapToGrid="0">
      <p:cViewPr varScale="1">
        <p:scale>
          <a:sx n="102" d="100"/>
          <a:sy n="102" d="100"/>
        </p:scale>
        <p:origin x="21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1NoLn">
    <dgm:fillClrLst>
      <a:schemeClr val="accent4"/>
      <a:schemeClr val="accent5"/>
    </dgm:fillClrLst>
    <dgm:linClrLst meth="repeat">
      <a:schemeClr val="lt1">
        <a:alpha val="0"/>
      </a:schemeClr>
    </dgm:linClrLst>
    <dgm:effectClrLst/>
    <dgm:txLinClrLst/>
    <dgm:txFillClrLst/>
    <dgm:txEffectClrLst/>
  </dgm:styleLbl>
  <dgm:styleLbl name="ltNode1NoLn">
    <dgm:fillClrLst>
      <a:schemeClr val="accent4">
        <a:tint val="75000"/>
      </a:schemeClr>
      <a:schemeClr val="accent5">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2NoLn">
    <dgm:fillClrLst>
      <a:schemeClr val="accent5"/>
    </dgm:fillClrLst>
    <dgm:linClrLst meth="repeat">
      <a:schemeClr val="lt1">
        <a:alpha val="0"/>
      </a:schemeClr>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3NoLn">
    <dgm:fillClrLst>
      <a:schemeClr val="accent6"/>
    </dgm:fillClrLst>
    <dgm:linClrLst meth="repeat">
      <a:schemeClr val="lt1">
        <a:alpha val="0"/>
      </a:schemeClr>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node4NoLn">
    <dgm:fillClrLst>
      <a:schemeClr val="accent1"/>
    </dgm:fillClrLst>
    <dgm:linClrLst meth="repeat">
      <a:schemeClr val="lt1">
        <a:alpha val="0"/>
      </a:schemeClr>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AD23CD5-0521-A840-8748-B01E95A78F55}" type="doc">
      <dgm:prSet loTypeId="urn:microsoft.com/office/officeart/2005/8/layout/process2" loCatId="" qsTypeId="urn:microsoft.com/office/officeart/2005/8/quickstyle/simple3" qsCatId="simple" csTypeId="urn:microsoft.com/office/officeart/2005/8/colors/colorful1" csCatId="colorful" phldr="1"/>
      <dgm:spPr/>
    </dgm:pt>
    <dgm:pt modelId="{A99E3DF8-DE30-5843-AB12-F0ABCFFA0FC0}">
      <dgm:prSet phldrT="[Text]" custT="1"/>
      <dgm:spPr/>
      <dgm:t>
        <a:bodyPr/>
        <a:lstStyle/>
        <a:p>
          <a:pPr>
            <a:buNone/>
          </a:pPr>
          <a:r>
            <a:rPr lang="en-IN" sz="2000" b="0" i="0" dirty="0"/>
            <a:t>User</a:t>
          </a:r>
          <a:endParaRPr lang="en-IN" sz="1600" b="0" i="0" dirty="0"/>
        </a:p>
        <a:p>
          <a:pPr>
            <a:buNone/>
          </a:pPr>
          <a:r>
            <a:rPr lang="en-IN" sz="1600" b="0" i="0" dirty="0"/>
            <a:t>Nutrition Query </a:t>
          </a:r>
          <a:endParaRPr lang="en-GB" sz="1600" dirty="0"/>
        </a:p>
      </dgm:t>
    </dgm:pt>
    <dgm:pt modelId="{80F639AE-00BA-614F-AE95-636C0E23B961}" type="parTrans" cxnId="{E63EFF21-B543-2F40-93EB-217A6B0B3F10}">
      <dgm:prSet/>
      <dgm:spPr/>
      <dgm:t>
        <a:bodyPr/>
        <a:lstStyle/>
        <a:p>
          <a:endParaRPr lang="en-GB"/>
        </a:p>
      </dgm:t>
    </dgm:pt>
    <dgm:pt modelId="{C678AF85-C353-1E4E-BD03-B3F28761EDFF}" type="sibTrans" cxnId="{E63EFF21-B543-2F40-93EB-217A6B0B3F10}">
      <dgm:prSet/>
      <dgm:spPr/>
      <dgm:t>
        <a:bodyPr/>
        <a:lstStyle/>
        <a:p>
          <a:endParaRPr lang="en-GB"/>
        </a:p>
      </dgm:t>
    </dgm:pt>
    <dgm:pt modelId="{1708650B-15C4-A247-8C33-90417D283FF5}">
      <dgm:prSet phldrT="[Text]" custT="1"/>
      <dgm:spPr/>
      <dgm:t>
        <a:bodyPr/>
        <a:lstStyle/>
        <a:p>
          <a:pPr marL="0" lvl="0" indent="0" algn="ctr" defTabSz="1200150">
            <a:lnSpc>
              <a:spcPct val="90000"/>
            </a:lnSpc>
            <a:spcBef>
              <a:spcPct val="0"/>
            </a:spcBef>
            <a:spcAft>
              <a:spcPct val="35000"/>
            </a:spcAft>
            <a:buNone/>
          </a:pPr>
          <a:r>
            <a:rPr lang="en-IN" sz="1600" b="0" i="0" kern="1200">
              <a:latin typeface="Arial"/>
              <a:ea typeface="+mn-ea"/>
              <a:cs typeface="+mn-cs"/>
            </a:rPr>
            <a:t>AI Nutrition</a:t>
          </a:r>
        </a:p>
        <a:p>
          <a:pPr marL="0" lvl="0" indent="0" algn="ctr" defTabSz="1200150">
            <a:lnSpc>
              <a:spcPct val="90000"/>
            </a:lnSpc>
            <a:spcBef>
              <a:spcPct val="0"/>
            </a:spcBef>
            <a:spcAft>
              <a:spcPct val="35000"/>
            </a:spcAft>
            <a:buNone/>
          </a:pPr>
          <a:r>
            <a:rPr lang="en-IN" sz="1600" b="0" i="0" kern="1200">
              <a:latin typeface="Arial"/>
              <a:ea typeface="+mn-ea"/>
              <a:cs typeface="+mn-cs"/>
            </a:rPr>
            <a:t>Agent </a:t>
          </a:r>
          <a:endParaRPr lang="en-GB" sz="1600" b="0" i="0" kern="1200" dirty="0">
            <a:latin typeface="Arial"/>
            <a:ea typeface="+mn-ea"/>
            <a:cs typeface="+mn-cs"/>
          </a:endParaRPr>
        </a:p>
      </dgm:t>
    </dgm:pt>
    <dgm:pt modelId="{255F42A0-E4F1-4643-94C3-445A62C91F84}" type="parTrans" cxnId="{0395496F-0F88-E449-B8E2-2D186248F1F0}">
      <dgm:prSet/>
      <dgm:spPr/>
      <dgm:t>
        <a:bodyPr/>
        <a:lstStyle/>
        <a:p>
          <a:endParaRPr lang="en-GB"/>
        </a:p>
      </dgm:t>
    </dgm:pt>
    <dgm:pt modelId="{F13F8803-B324-514A-B579-E0F013E0E0A3}" type="sibTrans" cxnId="{0395496F-0F88-E449-B8E2-2D186248F1F0}">
      <dgm:prSet/>
      <dgm:spPr/>
      <dgm:t>
        <a:bodyPr/>
        <a:lstStyle/>
        <a:p>
          <a:endParaRPr lang="en-GB"/>
        </a:p>
      </dgm:t>
    </dgm:pt>
    <dgm:pt modelId="{66A7109B-90C7-4348-8D16-AA9621874EAE}">
      <dgm:prSet phldrT="[Text]" custT="1"/>
      <dgm:spPr/>
      <dgm:t>
        <a:bodyPr/>
        <a:lstStyle/>
        <a:p>
          <a:pPr>
            <a:buNone/>
          </a:pPr>
          <a:r>
            <a:rPr lang="en-IN" sz="2000" dirty="0"/>
            <a:t>User</a:t>
          </a:r>
          <a:endParaRPr lang="en-IN" sz="1600" dirty="0"/>
        </a:p>
        <a:p>
          <a:pPr>
            <a:buNone/>
          </a:pPr>
          <a:r>
            <a:rPr lang="en-IN" sz="1600" dirty="0"/>
            <a:t>Helpful Guidance</a:t>
          </a:r>
          <a:endParaRPr lang="en-GB" sz="1600" dirty="0"/>
        </a:p>
      </dgm:t>
    </dgm:pt>
    <dgm:pt modelId="{AAFD8483-5BAA-AA48-BBCB-9BC1D23E2687}" type="parTrans" cxnId="{59975DF3-21BC-5845-912A-B1ED1978F26A}">
      <dgm:prSet/>
      <dgm:spPr/>
      <dgm:t>
        <a:bodyPr/>
        <a:lstStyle/>
        <a:p>
          <a:endParaRPr lang="en-GB"/>
        </a:p>
      </dgm:t>
    </dgm:pt>
    <dgm:pt modelId="{33166D34-CC11-774C-A4EE-B9F207FBA597}" type="sibTrans" cxnId="{59975DF3-21BC-5845-912A-B1ED1978F26A}">
      <dgm:prSet/>
      <dgm:spPr/>
      <dgm:t>
        <a:bodyPr/>
        <a:lstStyle/>
        <a:p>
          <a:endParaRPr lang="en-GB"/>
        </a:p>
      </dgm:t>
    </dgm:pt>
    <dgm:pt modelId="{4687BA06-C046-CB4C-AE03-4F1CF4EA1251}">
      <dgm:prSe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600" b="0" i="0" dirty="0"/>
            <a:t>Nutrition </a:t>
          </a:r>
        </a:p>
        <a:p>
          <a:pPr marL="0" marR="0" lvl="0" indent="0" defTabSz="914400" eaLnBrk="1" fontAlgn="auto" latinLnBrk="0" hangingPunct="1">
            <a:lnSpc>
              <a:spcPct val="100000"/>
            </a:lnSpc>
            <a:spcBef>
              <a:spcPts val="0"/>
            </a:spcBef>
            <a:spcAft>
              <a:spcPts val="0"/>
            </a:spcAft>
            <a:buClrTx/>
            <a:buSzTx/>
            <a:buFontTx/>
            <a:buNone/>
            <a:tabLst/>
            <a:defRPr/>
          </a:pPr>
          <a:r>
            <a:rPr lang="en-IN" sz="1600" b="0" i="0" dirty="0"/>
            <a:t>Knowledge/ Resources</a:t>
          </a:r>
          <a:endParaRPr lang="en-GB" sz="1600" dirty="0"/>
        </a:p>
        <a:p>
          <a:pPr marL="0" lvl="0" defTabSz="800100">
            <a:lnSpc>
              <a:spcPct val="90000"/>
            </a:lnSpc>
            <a:spcBef>
              <a:spcPct val="0"/>
            </a:spcBef>
            <a:spcAft>
              <a:spcPct val="35000"/>
            </a:spcAft>
          </a:pPr>
          <a:endParaRPr lang="en-GB" sz="1600" dirty="0"/>
        </a:p>
      </dgm:t>
    </dgm:pt>
    <dgm:pt modelId="{3D87E351-E435-A641-8AD5-6C64C4B43B9C}" type="parTrans" cxnId="{F92036FA-EB97-3343-AF49-DBC2C30888D1}">
      <dgm:prSet/>
      <dgm:spPr/>
      <dgm:t>
        <a:bodyPr/>
        <a:lstStyle/>
        <a:p>
          <a:endParaRPr lang="en-GB"/>
        </a:p>
      </dgm:t>
    </dgm:pt>
    <dgm:pt modelId="{BBD08CB8-6841-BE4D-A21B-1BB219872B39}" type="sibTrans" cxnId="{F92036FA-EB97-3343-AF49-DBC2C30888D1}">
      <dgm:prSet/>
      <dgm:spPr/>
      <dgm:t>
        <a:bodyPr/>
        <a:lstStyle/>
        <a:p>
          <a:endParaRPr lang="en-GB"/>
        </a:p>
      </dgm:t>
    </dgm:pt>
    <dgm:pt modelId="{BD983893-29A1-3845-85A5-68173CFBC960}">
      <dgm:prSet custT="1"/>
      <dgm:spPr/>
      <dgm:t>
        <a:bodyPr/>
        <a:lstStyle/>
        <a:p>
          <a:pPr>
            <a:buNone/>
          </a:pPr>
          <a:r>
            <a:rPr lang="en-IN" sz="1600" dirty="0"/>
            <a:t>AI Response &amp; Recommendations</a:t>
          </a:r>
          <a:endParaRPr lang="en-US" sz="1600" dirty="0"/>
        </a:p>
      </dgm:t>
    </dgm:pt>
    <dgm:pt modelId="{74C169B0-62A7-CB4D-9A81-5854C8DBE30B}" type="parTrans" cxnId="{45E7ABE7-17D6-CA4A-AA3E-D20E2E10581D}">
      <dgm:prSet/>
      <dgm:spPr/>
      <dgm:t>
        <a:bodyPr/>
        <a:lstStyle/>
        <a:p>
          <a:endParaRPr lang="en-GB"/>
        </a:p>
      </dgm:t>
    </dgm:pt>
    <dgm:pt modelId="{9CF10A07-87A1-ED4A-A3C3-63546B8FFEB9}" type="sibTrans" cxnId="{45E7ABE7-17D6-CA4A-AA3E-D20E2E10581D}">
      <dgm:prSet/>
      <dgm:spPr/>
      <dgm:t>
        <a:bodyPr/>
        <a:lstStyle/>
        <a:p>
          <a:endParaRPr lang="en-GB"/>
        </a:p>
      </dgm:t>
    </dgm:pt>
    <dgm:pt modelId="{2CB43980-9C92-914C-963E-B50BBD0116A9}" type="pres">
      <dgm:prSet presAssocID="{BAD23CD5-0521-A840-8748-B01E95A78F55}" presName="linearFlow" presStyleCnt="0">
        <dgm:presLayoutVars>
          <dgm:resizeHandles val="exact"/>
        </dgm:presLayoutVars>
      </dgm:prSet>
      <dgm:spPr/>
    </dgm:pt>
    <dgm:pt modelId="{2A73A27A-4EB0-C24B-A1E4-9C112236ACD0}" type="pres">
      <dgm:prSet presAssocID="{A99E3DF8-DE30-5843-AB12-F0ABCFFA0FC0}" presName="node" presStyleLbl="node1" presStyleIdx="0" presStyleCnt="5">
        <dgm:presLayoutVars>
          <dgm:bulletEnabled val="1"/>
        </dgm:presLayoutVars>
      </dgm:prSet>
      <dgm:spPr/>
    </dgm:pt>
    <dgm:pt modelId="{57718CA1-3D52-684D-B779-9703B5A42C0B}" type="pres">
      <dgm:prSet presAssocID="{C678AF85-C353-1E4E-BD03-B3F28761EDFF}" presName="sibTrans" presStyleLbl="sibTrans2D1" presStyleIdx="0" presStyleCnt="4"/>
      <dgm:spPr/>
    </dgm:pt>
    <dgm:pt modelId="{0CBF1237-491B-EF47-82D1-D5A1E95D851F}" type="pres">
      <dgm:prSet presAssocID="{C678AF85-C353-1E4E-BD03-B3F28761EDFF}" presName="connectorText" presStyleLbl="sibTrans2D1" presStyleIdx="0" presStyleCnt="4"/>
      <dgm:spPr/>
    </dgm:pt>
    <dgm:pt modelId="{C7BF5F67-13D0-7745-BEBF-2537C6B1FB0B}" type="pres">
      <dgm:prSet presAssocID="{1708650B-15C4-A247-8C33-90417D283FF5}" presName="node" presStyleLbl="node1" presStyleIdx="1" presStyleCnt="5">
        <dgm:presLayoutVars>
          <dgm:bulletEnabled val="1"/>
        </dgm:presLayoutVars>
      </dgm:prSet>
      <dgm:spPr/>
    </dgm:pt>
    <dgm:pt modelId="{AF9B4F0D-5DA5-894E-993F-18BA614F67D9}" type="pres">
      <dgm:prSet presAssocID="{F13F8803-B324-514A-B579-E0F013E0E0A3}" presName="sibTrans" presStyleLbl="sibTrans2D1" presStyleIdx="1" presStyleCnt="4"/>
      <dgm:spPr/>
    </dgm:pt>
    <dgm:pt modelId="{8A72F6BD-6AD8-204C-9B0F-A782C481DB47}" type="pres">
      <dgm:prSet presAssocID="{F13F8803-B324-514A-B579-E0F013E0E0A3}" presName="connectorText" presStyleLbl="sibTrans2D1" presStyleIdx="1" presStyleCnt="4"/>
      <dgm:spPr/>
    </dgm:pt>
    <dgm:pt modelId="{0DF55B67-BBC6-7940-BE55-80358B8D5283}" type="pres">
      <dgm:prSet presAssocID="{4687BA06-C046-CB4C-AE03-4F1CF4EA1251}" presName="node" presStyleLbl="node1" presStyleIdx="2" presStyleCnt="5">
        <dgm:presLayoutVars>
          <dgm:bulletEnabled val="1"/>
        </dgm:presLayoutVars>
      </dgm:prSet>
      <dgm:spPr/>
    </dgm:pt>
    <dgm:pt modelId="{0C5FE7B9-CF70-A04D-B298-2CBEF80C707B}" type="pres">
      <dgm:prSet presAssocID="{BBD08CB8-6841-BE4D-A21B-1BB219872B39}" presName="sibTrans" presStyleLbl="sibTrans2D1" presStyleIdx="2" presStyleCnt="4"/>
      <dgm:spPr/>
    </dgm:pt>
    <dgm:pt modelId="{7C7C7C2A-A3FD-AF4A-B8D7-C4F12F1C843F}" type="pres">
      <dgm:prSet presAssocID="{BBD08CB8-6841-BE4D-A21B-1BB219872B39}" presName="connectorText" presStyleLbl="sibTrans2D1" presStyleIdx="2" presStyleCnt="4"/>
      <dgm:spPr/>
    </dgm:pt>
    <dgm:pt modelId="{11797851-2C07-394F-B5EC-A893EEFFA67A}" type="pres">
      <dgm:prSet presAssocID="{BD983893-29A1-3845-85A5-68173CFBC960}" presName="node" presStyleLbl="node1" presStyleIdx="3" presStyleCnt="5">
        <dgm:presLayoutVars>
          <dgm:bulletEnabled val="1"/>
        </dgm:presLayoutVars>
      </dgm:prSet>
      <dgm:spPr/>
    </dgm:pt>
    <dgm:pt modelId="{E6743FC0-DB6B-C34D-A188-0F5B0AFD6C2E}" type="pres">
      <dgm:prSet presAssocID="{9CF10A07-87A1-ED4A-A3C3-63546B8FFEB9}" presName="sibTrans" presStyleLbl="sibTrans2D1" presStyleIdx="3" presStyleCnt="4"/>
      <dgm:spPr/>
    </dgm:pt>
    <dgm:pt modelId="{45794337-81EC-714E-A18A-BE894207FAB9}" type="pres">
      <dgm:prSet presAssocID="{9CF10A07-87A1-ED4A-A3C3-63546B8FFEB9}" presName="connectorText" presStyleLbl="sibTrans2D1" presStyleIdx="3" presStyleCnt="4"/>
      <dgm:spPr/>
    </dgm:pt>
    <dgm:pt modelId="{14E8A40B-6C79-7C47-86E4-A560BB6558A7}" type="pres">
      <dgm:prSet presAssocID="{66A7109B-90C7-4348-8D16-AA9621874EAE}" presName="node" presStyleLbl="node1" presStyleIdx="4" presStyleCnt="5">
        <dgm:presLayoutVars>
          <dgm:bulletEnabled val="1"/>
        </dgm:presLayoutVars>
      </dgm:prSet>
      <dgm:spPr/>
    </dgm:pt>
  </dgm:ptLst>
  <dgm:cxnLst>
    <dgm:cxn modelId="{D563E713-26CD-2642-92CF-AB13110F7AAE}" type="presOf" srcId="{1708650B-15C4-A247-8C33-90417D283FF5}" destId="{C7BF5F67-13D0-7745-BEBF-2537C6B1FB0B}" srcOrd="0" destOrd="0" presId="urn:microsoft.com/office/officeart/2005/8/layout/process2"/>
    <dgm:cxn modelId="{E50EE51E-EA6E-394B-8E9B-AE3074FB0678}" type="presOf" srcId="{F13F8803-B324-514A-B579-E0F013E0E0A3}" destId="{8A72F6BD-6AD8-204C-9B0F-A782C481DB47}" srcOrd="1" destOrd="0" presId="urn:microsoft.com/office/officeart/2005/8/layout/process2"/>
    <dgm:cxn modelId="{E3B9581F-6618-2A46-A95B-B0B2AFCB77A9}" type="presOf" srcId="{BBD08CB8-6841-BE4D-A21B-1BB219872B39}" destId="{7C7C7C2A-A3FD-AF4A-B8D7-C4F12F1C843F}" srcOrd="1" destOrd="0" presId="urn:microsoft.com/office/officeart/2005/8/layout/process2"/>
    <dgm:cxn modelId="{E63EFF21-B543-2F40-93EB-217A6B0B3F10}" srcId="{BAD23CD5-0521-A840-8748-B01E95A78F55}" destId="{A99E3DF8-DE30-5843-AB12-F0ABCFFA0FC0}" srcOrd="0" destOrd="0" parTransId="{80F639AE-00BA-614F-AE95-636C0E23B961}" sibTransId="{C678AF85-C353-1E4E-BD03-B3F28761EDFF}"/>
    <dgm:cxn modelId="{67F72726-C09A-734C-9E70-AA1AB3C77454}" type="presOf" srcId="{BAD23CD5-0521-A840-8748-B01E95A78F55}" destId="{2CB43980-9C92-914C-963E-B50BBD0116A9}" srcOrd="0" destOrd="0" presId="urn:microsoft.com/office/officeart/2005/8/layout/process2"/>
    <dgm:cxn modelId="{75EB942D-DC2E-D44B-925A-F34A690B86D3}" type="presOf" srcId="{9CF10A07-87A1-ED4A-A3C3-63546B8FFEB9}" destId="{E6743FC0-DB6B-C34D-A188-0F5B0AFD6C2E}" srcOrd="0" destOrd="0" presId="urn:microsoft.com/office/officeart/2005/8/layout/process2"/>
    <dgm:cxn modelId="{DA1F0F32-4779-B446-BB59-FAA48383CA59}" type="presOf" srcId="{4687BA06-C046-CB4C-AE03-4F1CF4EA1251}" destId="{0DF55B67-BBC6-7940-BE55-80358B8D5283}" srcOrd="0" destOrd="0" presId="urn:microsoft.com/office/officeart/2005/8/layout/process2"/>
    <dgm:cxn modelId="{0395496F-0F88-E449-B8E2-2D186248F1F0}" srcId="{BAD23CD5-0521-A840-8748-B01E95A78F55}" destId="{1708650B-15C4-A247-8C33-90417D283FF5}" srcOrd="1" destOrd="0" parTransId="{255F42A0-E4F1-4643-94C3-445A62C91F84}" sibTransId="{F13F8803-B324-514A-B579-E0F013E0E0A3}"/>
    <dgm:cxn modelId="{83E2A086-04C7-0B4F-9305-CD5BE5FAC27D}" type="presOf" srcId="{9CF10A07-87A1-ED4A-A3C3-63546B8FFEB9}" destId="{45794337-81EC-714E-A18A-BE894207FAB9}" srcOrd="1" destOrd="0" presId="urn:microsoft.com/office/officeart/2005/8/layout/process2"/>
    <dgm:cxn modelId="{09E7AD8D-6A3A-9E40-90E1-917CD4F49379}" type="presOf" srcId="{66A7109B-90C7-4348-8D16-AA9621874EAE}" destId="{14E8A40B-6C79-7C47-86E4-A560BB6558A7}" srcOrd="0" destOrd="0" presId="urn:microsoft.com/office/officeart/2005/8/layout/process2"/>
    <dgm:cxn modelId="{37FE5C9A-7CF7-D848-A695-BE0286D0F61B}" type="presOf" srcId="{C678AF85-C353-1E4E-BD03-B3F28761EDFF}" destId="{0CBF1237-491B-EF47-82D1-D5A1E95D851F}" srcOrd="1" destOrd="0" presId="urn:microsoft.com/office/officeart/2005/8/layout/process2"/>
    <dgm:cxn modelId="{0E9F3FB7-ABCB-384C-B5AB-F5C6B94238B5}" type="presOf" srcId="{BBD08CB8-6841-BE4D-A21B-1BB219872B39}" destId="{0C5FE7B9-CF70-A04D-B298-2CBEF80C707B}" srcOrd="0" destOrd="0" presId="urn:microsoft.com/office/officeart/2005/8/layout/process2"/>
    <dgm:cxn modelId="{09EF97C6-E2EA-F94E-B986-13EBD0403811}" type="presOf" srcId="{A99E3DF8-DE30-5843-AB12-F0ABCFFA0FC0}" destId="{2A73A27A-4EB0-C24B-A1E4-9C112236ACD0}" srcOrd="0" destOrd="0" presId="urn:microsoft.com/office/officeart/2005/8/layout/process2"/>
    <dgm:cxn modelId="{39F67ED7-70B3-FA4E-98E0-400D1742551E}" type="presOf" srcId="{C678AF85-C353-1E4E-BD03-B3F28761EDFF}" destId="{57718CA1-3D52-684D-B779-9703B5A42C0B}" srcOrd="0" destOrd="0" presId="urn:microsoft.com/office/officeart/2005/8/layout/process2"/>
    <dgm:cxn modelId="{B390BCE6-7100-7E42-A0C2-4D4D4795B6CC}" type="presOf" srcId="{F13F8803-B324-514A-B579-E0F013E0E0A3}" destId="{AF9B4F0D-5DA5-894E-993F-18BA614F67D9}" srcOrd="0" destOrd="0" presId="urn:microsoft.com/office/officeart/2005/8/layout/process2"/>
    <dgm:cxn modelId="{45E7ABE7-17D6-CA4A-AA3E-D20E2E10581D}" srcId="{BAD23CD5-0521-A840-8748-B01E95A78F55}" destId="{BD983893-29A1-3845-85A5-68173CFBC960}" srcOrd="3" destOrd="0" parTransId="{74C169B0-62A7-CB4D-9A81-5854C8DBE30B}" sibTransId="{9CF10A07-87A1-ED4A-A3C3-63546B8FFEB9}"/>
    <dgm:cxn modelId="{59975DF3-21BC-5845-912A-B1ED1978F26A}" srcId="{BAD23CD5-0521-A840-8748-B01E95A78F55}" destId="{66A7109B-90C7-4348-8D16-AA9621874EAE}" srcOrd="4" destOrd="0" parTransId="{AAFD8483-5BAA-AA48-BBCB-9BC1D23E2687}" sibTransId="{33166D34-CC11-774C-A4EE-B9F207FBA597}"/>
    <dgm:cxn modelId="{F92036FA-EB97-3343-AF49-DBC2C30888D1}" srcId="{BAD23CD5-0521-A840-8748-B01E95A78F55}" destId="{4687BA06-C046-CB4C-AE03-4F1CF4EA1251}" srcOrd="2" destOrd="0" parTransId="{3D87E351-E435-A641-8AD5-6C64C4B43B9C}" sibTransId="{BBD08CB8-6841-BE4D-A21B-1BB219872B39}"/>
    <dgm:cxn modelId="{9D226EFA-03C4-1946-8D17-4B6DBE4CFE26}" type="presOf" srcId="{BD983893-29A1-3845-85A5-68173CFBC960}" destId="{11797851-2C07-394F-B5EC-A893EEFFA67A}" srcOrd="0" destOrd="0" presId="urn:microsoft.com/office/officeart/2005/8/layout/process2"/>
    <dgm:cxn modelId="{6201D123-2AB2-AC49-8533-A0557C0CAE9D}" type="presParOf" srcId="{2CB43980-9C92-914C-963E-B50BBD0116A9}" destId="{2A73A27A-4EB0-C24B-A1E4-9C112236ACD0}" srcOrd="0" destOrd="0" presId="urn:microsoft.com/office/officeart/2005/8/layout/process2"/>
    <dgm:cxn modelId="{4BDB9434-72E5-114F-A64C-6485EE91079B}" type="presParOf" srcId="{2CB43980-9C92-914C-963E-B50BBD0116A9}" destId="{57718CA1-3D52-684D-B779-9703B5A42C0B}" srcOrd="1" destOrd="0" presId="urn:microsoft.com/office/officeart/2005/8/layout/process2"/>
    <dgm:cxn modelId="{A893E25F-363C-BE42-BC4A-366589FFD974}" type="presParOf" srcId="{57718CA1-3D52-684D-B779-9703B5A42C0B}" destId="{0CBF1237-491B-EF47-82D1-D5A1E95D851F}" srcOrd="0" destOrd="0" presId="urn:microsoft.com/office/officeart/2005/8/layout/process2"/>
    <dgm:cxn modelId="{1CA53844-4C26-0D49-8B14-31223E8F9960}" type="presParOf" srcId="{2CB43980-9C92-914C-963E-B50BBD0116A9}" destId="{C7BF5F67-13D0-7745-BEBF-2537C6B1FB0B}" srcOrd="2" destOrd="0" presId="urn:microsoft.com/office/officeart/2005/8/layout/process2"/>
    <dgm:cxn modelId="{344AA1CC-4457-8847-975C-5A3A0642101B}" type="presParOf" srcId="{2CB43980-9C92-914C-963E-B50BBD0116A9}" destId="{AF9B4F0D-5DA5-894E-993F-18BA614F67D9}" srcOrd="3" destOrd="0" presId="urn:microsoft.com/office/officeart/2005/8/layout/process2"/>
    <dgm:cxn modelId="{1E588033-9321-3F44-A7D6-186EA4F71DAE}" type="presParOf" srcId="{AF9B4F0D-5DA5-894E-993F-18BA614F67D9}" destId="{8A72F6BD-6AD8-204C-9B0F-A782C481DB47}" srcOrd="0" destOrd="0" presId="urn:microsoft.com/office/officeart/2005/8/layout/process2"/>
    <dgm:cxn modelId="{66521E63-1938-F448-9183-D57947497D6E}" type="presParOf" srcId="{2CB43980-9C92-914C-963E-B50BBD0116A9}" destId="{0DF55B67-BBC6-7940-BE55-80358B8D5283}" srcOrd="4" destOrd="0" presId="urn:microsoft.com/office/officeart/2005/8/layout/process2"/>
    <dgm:cxn modelId="{0DE55123-6999-7446-8297-D47A442B7CAB}" type="presParOf" srcId="{2CB43980-9C92-914C-963E-B50BBD0116A9}" destId="{0C5FE7B9-CF70-A04D-B298-2CBEF80C707B}" srcOrd="5" destOrd="0" presId="urn:microsoft.com/office/officeart/2005/8/layout/process2"/>
    <dgm:cxn modelId="{7C9E3F6D-629B-6F4B-A08C-CA5B195FF32D}" type="presParOf" srcId="{0C5FE7B9-CF70-A04D-B298-2CBEF80C707B}" destId="{7C7C7C2A-A3FD-AF4A-B8D7-C4F12F1C843F}" srcOrd="0" destOrd="0" presId="urn:microsoft.com/office/officeart/2005/8/layout/process2"/>
    <dgm:cxn modelId="{EC005D7A-B6AD-494A-8320-8BCCAD9E9DBB}" type="presParOf" srcId="{2CB43980-9C92-914C-963E-B50BBD0116A9}" destId="{11797851-2C07-394F-B5EC-A893EEFFA67A}" srcOrd="6" destOrd="0" presId="urn:microsoft.com/office/officeart/2005/8/layout/process2"/>
    <dgm:cxn modelId="{4874E1E3-3573-B449-8CD6-CDA082E1B6D9}" type="presParOf" srcId="{2CB43980-9C92-914C-963E-B50BBD0116A9}" destId="{E6743FC0-DB6B-C34D-A188-0F5B0AFD6C2E}" srcOrd="7" destOrd="0" presId="urn:microsoft.com/office/officeart/2005/8/layout/process2"/>
    <dgm:cxn modelId="{3F67B0D2-F3AA-6144-A038-1CBAE5DC4A1F}" type="presParOf" srcId="{E6743FC0-DB6B-C34D-A188-0F5B0AFD6C2E}" destId="{45794337-81EC-714E-A18A-BE894207FAB9}" srcOrd="0" destOrd="0" presId="urn:microsoft.com/office/officeart/2005/8/layout/process2"/>
    <dgm:cxn modelId="{73BD589D-0358-5546-8B1D-D74745461183}" type="presParOf" srcId="{2CB43980-9C92-914C-963E-B50BBD0116A9}" destId="{14E8A40B-6C79-7C47-86E4-A560BB6558A7}" srcOrd="8" destOrd="0" presId="urn:microsoft.com/office/officeart/2005/8/layout/process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4C0C83-5812-3D4D-9B32-971DEEEFDD02}" type="doc">
      <dgm:prSet loTypeId="urn:microsoft.com/office/officeart/2005/8/layout/process1" loCatId="" qsTypeId="urn:microsoft.com/office/officeart/2005/8/quickstyle/simple3" qsCatId="simple" csTypeId="urn:microsoft.com/office/officeart/2005/8/colors/colorful4" csCatId="colorful" phldr="1"/>
      <dgm:spPr/>
      <dgm:t>
        <a:bodyPr/>
        <a:lstStyle/>
        <a:p>
          <a:endParaRPr lang="en-GB"/>
        </a:p>
      </dgm:t>
    </dgm:pt>
    <dgm:pt modelId="{A7AAD4DE-B169-D94F-BE3F-603AA10703FD}">
      <dgm:prSet phldrT="[Text]" custT="1"/>
      <dgm:spPr/>
      <dgm:t>
        <a:bodyPr/>
        <a:lstStyle/>
        <a:p>
          <a:pPr>
            <a:buNone/>
          </a:pPr>
          <a:r>
            <a:rPr lang="en-GB" sz="1400" dirty="0"/>
            <a:t>User</a:t>
          </a:r>
        </a:p>
      </dgm:t>
    </dgm:pt>
    <dgm:pt modelId="{4F04E2DA-016D-6940-A82E-C5EADD37FCFE}" type="parTrans" cxnId="{1DAEF554-7050-524B-AB12-7956B48F3EEA}">
      <dgm:prSet/>
      <dgm:spPr/>
      <dgm:t>
        <a:bodyPr/>
        <a:lstStyle/>
        <a:p>
          <a:endParaRPr lang="en-GB"/>
        </a:p>
      </dgm:t>
    </dgm:pt>
    <dgm:pt modelId="{0274CE9C-5B73-F24F-B00E-86DE730D0C2F}" type="sibTrans" cxnId="{1DAEF554-7050-524B-AB12-7956B48F3EEA}">
      <dgm:prSet custT="1"/>
      <dgm:spPr/>
      <dgm:t>
        <a:bodyPr/>
        <a:lstStyle/>
        <a:p>
          <a:endParaRPr lang="en-GB" sz="1200"/>
        </a:p>
      </dgm:t>
    </dgm:pt>
    <dgm:pt modelId="{A09941E7-CEDE-8A47-8C9A-0BC7F159DBB4}">
      <dgm:prSet phldrT="[Text]" custT="1"/>
      <dgm:spPr/>
      <dgm:t>
        <a:bodyPr/>
        <a:lstStyle/>
        <a:p>
          <a:pPr>
            <a:buNone/>
          </a:pPr>
          <a:r>
            <a:rPr lang="en-IN" sz="1400" dirty="0"/>
            <a:t>Conversational</a:t>
          </a:r>
        </a:p>
        <a:p>
          <a:pPr>
            <a:buNone/>
          </a:pPr>
          <a:r>
            <a:rPr lang="en-IN" sz="1400" dirty="0"/>
            <a:t>Interface</a:t>
          </a:r>
          <a:endParaRPr lang="en-GB" sz="1400" dirty="0"/>
        </a:p>
      </dgm:t>
    </dgm:pt>
    <dgm:pt modelId="{8F31E63B-2D7E-B940-9D15-DEB5C38D1BAC}" type="parTrans" cxnId="{90D462D4-9825-C541-AFE3-3602F17D0B90}">
      <dgm:prSet/>
      <dgm:spPr/>
      <dgm:t>
        <a:bodyPr/>
        <a:lstStyle/>
        <a:p>
          <a:endParaRPr lang="en-GB"/>
        </a:p>
      </dgm:t>
    </dgm:pt>
    <dgm:pt modelId="{84B11F45-8F8F-3045-B71E-3343ADB6EFE5}" type="sibTrans" cxnId="{90D462D4-9825-C541-AFE3-3602F17D0B90}">
      <dgm:prSet custT="1"/>
      <dgm:spPr/>
      <dgm:t>
        <a:bodyPr/>
        <a:lstStyle/>
        <a:p>
          <a:endParaRPr lang="en-GB" sz="1200"/>
        </a:p>
      </dgm:t>
    </dgm:pt>
    <dgm:pt modelId="{8C961C5B-4438-124B-A9BE-C151F3AADCDA}">
      <dgm:prSet phldrT="[Text]" custT="1"/>
      <dgm:spPr/>
      <dgm:t>
        <a:bodyPr/>
        <a:lstStyle/>
        <a:p>
          <a:pPr>
            <a:buNone/>
          </a:pPr>
          <a:r>
            <a:rPr lang="en-IN" sz="1400" dirty="0" err="1"/>
            <a:t>Langflow</a:t>
          </a:r>
          <a:r>
            <a:rPr lang="en-IN" sz="1400" dirty="0"/>
            <a:t> Workflow</a:t>
          </a:r>
          <a:endParaRPr lang="en-GB" sz="1400" dirty="0"/>
        </a:p>
      </dgm:t>
    </dgm:pt>
    <dgm:pt modelId="{037ED0C1-B95B-9643-BDA2-E1F74DACFA8F}" type="parTrans" cxnId="{F6111CD8-5952-4C46-BCFE-DF7B598E1C7B}">
      <dgm:prSet/>
      <dgm:spPr/>
      <dgm:t>
        <a:bodyPr/>
        <a:lstStyle/>
        <a:p>
          <a:endParaRPr lang="en-GB"/>
        </a:p>
      </dgm:t>
    </dgm:pt>
    <dgm:pt modelId="{F58852AF-C934-6942-868F-313454574494}" type="sibTrans" cxnId="{F6111CD8-5952-4C46-BCFE-DF7B598E1C7B}">
      <dgm:prSet custT="1"/>
      <dgm:spPr/>
      <dgm:t>
        <a:bodyPr/>
        <a:lstStyle/>
        <a:p>
          <a:endParaRPr lang="en-GB" sz="1200"/>
        </a:p>
      </dgm:t>
    </dgm:pt>
    <dgm:pt modelId="{76CAD927-8E1F-6048-B90C-DDB57C97DB9E}">
      <dgm:prSet phldrT="[Text]" custT="1"/>
      <dgm:spPr/>
      <dgm:t>
        <a:bodyPr/>
        <a:lstStyle/>
        <a:p>
          <a:pPr>
            <a:buNone/>
          </a:pPr>
          <a:r>
            <a:rPr lang="en-IN" sz="1400" dirty="0"/>
            <a:t>AI / LLM engine</a:t>
          </a:r>
          <a:endParaRPr lang="en-GB" sz="1400" dirty="0"/>
        </a:p>
      </dgm:t>
    </dgm:pt>
    <dgm:pt modelId="{7B0C0C82-BC9E-DC4E-A81C-F0933CC68A65}" type="parTrans" cxnId="{4676E8A5-AB09-F04F-B803-3D12A9921362}">
      <dgm:prSet/>
      <dgm:spPr/>
      <dgm:t>
        <a:bodyPr/>
        <a:lstStyle/>
        <a:p>
          <a:endParaRPr lang="en-GB"/>
        </a:p>
      </dgm:t>
    </dgm:pt>
    <dgm:pt modelId="{0F5070C6-765F-A645-AF6D-3CD5C0729FF5}" type="sibTrans" cxnId="{4676E8A5-AB09-F04F-B803-3D12A9921362}">
      <dgm:prSet custT="1"/>
      <dgm:spPr/>
      <dgm:t>
        <a:bodyPr/>
        <a:lstStyle/>
        <a:p>
          <a:endParaRPr lang="en-GB" sz="1200"/>
        </a:p>
      </dgm:t>
    </dgm:pt>
    <dgm:pt modelId="{4E16205D-10BA-0744-952A-F75CA9ED86A2}">
      <dgm:prSet phldrT="[Text]" custT="1"/>
      <dgm:spPr/>
      <dgm:t>
        <a:bodyPr/>
        <a:lstStyle/>
        <a:p>
          <a:pPr>
            <a:buNone/>
          </a:pPr>
          <a:r>
            <a:rPr lang="en-IN" sz="1400" dirty="0"/>
            <a:t>Nutrition Knowledge + Recipe / Food Resources </a:t>
          </a:r>
          <a:endParaRPr lang="en-GB" sz="1400" dirty="0"/>
        </a:p>
      </dgm:t>
    </dgm:pt>
    <dgm:pt modelId="{DE4650A9-E776-ED45-AE37-D582C2919A06}" type="parTrans" cxnId="{929713B0-A669-9A49-9587-B6EF434B9C17}">
      <dgm:prSet/>
      <dgm:spPr/>
      <dgm:t>
        <a:bodyPr/>
        <a:lstStyle/>
        <a:p>
          <a:endParaRPr lang="en-GB"/>
        </a:p>
      </dgm:t>
    </dgm:pt>
    <dgm:pt modelId="{626CC44D-D4FE-0C49-AC34-866C6405B56C}" type="sibTrans" cxnId="{929713B0-A669-9A49-9587-B6EF434B9C17}">
      <dgm:prSet custT="1"/>
      <dgm:spPr/>
      <dgm:t>
        <a:bodyPr/>
        <a:lstStyle/>
        <a:p>
          <a:endParaRPr lang="en-GB" sz="1200"/>
        </a:p>
      </dgm:t>
    </dgm:pt>
    <dgm:pt modelId="{BA12EEBC-FD35-1249-B760-6D0E38C5D710}">
      <dgm:prSet phldrT="[Text]" custT="1"/>
      <dgm:spPr/>
      <dgm:t>
        <a:bodyPr/>
        <a:lstStyle/>
        <a:p>
          <a:pPr>
            <a:buNone/>
          </a:pPr>
          <a:r>
            <a:rPr lang="en-IN" sz="1400" dirty="0"/>
            <a:t>Response Generation</a:t>
          </a:r>
          <a:endParaRPr lang="en-GB" sz="1400" dirty="0"/>
        </a:p>
      </dgm:t>
    </dgm:pt>
    <dgm:pt modelId="{342997E0-ADAB-4845-96AD-A81FEC986B8E}" type="parTrans" cxnId="{CF73067B-6E35-204A-B5C0-1C3E1A024ACF}">
      <dgm:prSet/>
      <dgm:spPr/>
      <dgm:t>
        <a:bodyPr/>
        <a:lstStyle/>
        <a:p>
          <a:endParaRPr lang="en-GB"/>
        </a:p>
      </dgm:t>
    </dgm:pt>
    <dgm:pt modelId="{14F42D45-4971-9C4D-A9BC-74B322952115}" type="sibTrans" cxnId="{CF73067B-6E35-204A-B5C0-1C3E1A024ACF}">
      <dgm:prSet custT="1"/>
      <dgm:spPr/>
      <dgm:t>
        <a:bodyPr/>
        <a:lstStyle/>
        <a:p>
          <a:endParaRPr lang="en-GB" sz="1200"/>
        </a:p>
      </dgm:t>
    </dgm:pt>
    <dgm:pt modelId="{92FE5E3D-2F40-1A4A-AA60-F1C64AC0D496}">
      <dgm:prSet phldrT="[Text]" custT="1"/>
      <dgm:spPr/>
      <dgm:t>
        <a:bodyPr/>
        <a:lstStyle/>
        <a:p>
          <a:r>
            <a:rPr lang="en-GB" sz="1400" dirty="0"/>
            <a:t>User</a:t>
          </a:r>
        </a:p>
      </dgm:t>
    </dgm:pt>
    <dgm:pt modelId="{5DEE3842-BAF1-3F48-8393-774C1A1E1D1E}" type="parTrans" cxnId="{20DFF398-3624-804F-A4D9-F444483AB987}">
      <dgm:prSet/>
      <dgm:spPr/>
      <dgm:t>
        <a:bodyPr/>
        <a:lstStyle/>
        <a:p>
          <a:endParaRPr lang="en-GB"/>
        </a:p>
      </dgm:t>
    </dgm:pt>
    <dgm:pt modelId="{13EAA5EB-22FE-794B-B765-87E200B08F67}" type="sibTrans" cxnId="{20DFF398-3624-804F-A4D9-F444483AB987}">
      <dgm:prSet/>
      <dgm:spPr/>
      <dgm:t>
        <a:bodyPr/>
        <a:lstStyle/>
        <a:p>
          <a:endParaRPr lang="en-GB"/>
        </a:p>
      </dgm:t>
    </dgm:pt>
    <dgm:pt modelId="{89EC285D-DC46-804E-A9FD-33AE2424250C}">
      <dgm:prSet phldrT="[Text]" custT="1"/>
      <dgm:spPr/>
      <dgm:t>
        <a:bodyPr/>
        <a:lstStyle/>
        <a:p>
          <a:pPr>
            <a:buNone/>
          </a:pPr>
          <a:r>
            <a:rPr lang="en-IN" sz="1400" dirty="0"/>
            <a:t>Safety / Disclaimer</a:t>
          </a:r>
          <a:endParaRPr lang="en-GB" sz="1400" dirty="0"/>
        </a:p>
      </dgm:t>
    </dgm:pt>
    <dgm:pt modelId="{EC52A90B-11F9-634B-9F9D-6EC38239CDC6}" type="parTrans" cxnId="{7176A40A-31AB-A94C-B8FB-14581A655BC1}">
      <dgm:prSet/>
      <dgm:spPr/>
      <dgm:t>
        <a:bodyPr/>
        <a:lstStyle/>
        <a:p>
          <a:endParaRPr lang="en-GB"/>
        </a:p>
      </dgm:t>
    </dgm:pt>
    <dgm:pt modelId="{E564E26F-B228-9B4D-92B3-7775E1E5FC73}" type="sibTrans" cxnId="{7176A40A-31AB-A94C-B8FB-14581A655BC1}">
      <dgm:prSet custT="1"/>
      <dgm:spPr/>
      <dgm:t>
        <a:bodyPr/>
        <a:lstStyle/>
        <a:p>
          <a:endParaRPr lang="en-GB" sz="1200"/>
        </a:p>
      </dgm:t>
    </dgm:pt>
    <dgm:pt modelId="{DC368700-7A2D-FC4F-9ECE-11C3ECA5D402}">
      <dgm:prSet phldrT="[Text]" custT="1"/>
      <dgm:spPr/>
      <dgm:t>
        <a:bodyPr/>
        <a:lstStyle/>
        <a:p>
          <a:pPr>
            <a:buNone/>
          </a:pPr>
          <a:r>
            <a:rPr lang="en-IN" sz="1400" dirty="0"/>
            <a:t>Personalized Nutrition Advice</a:t>
          </a:r>
          <a:endParaRPr lang="en-GB" sz="1400" dirty="0"/>
        </a:p>
      </dgm:t>
    </dgm:pt>
    <dgm:pt modelId="{E390222C-398E-F04E-9FA0-D407FD98F110}" type="parTrans" cxnId="{DE28A0A9-BE4E-6044-B1D0-C851F4201AF3}">
      <dgm:prSet/>
      <dgm:spPr/>
      <dgm:t>
        <a:bodyPr/>
        <a:lstStyle/>
        <a:p>
          <a:endParaRPr lang="en-GB"/>
        </a:p>
      </dgm:t>
    </dgm:pt>
    <dgm:pt modelId="{1EE2B29E-F010-6F4C-BD3D-D8D0FE3DF424}" type="sibTrans" cxnId="{DE28A0A9-BE4E-6044-B1D0-C851F4201AF3}">
      <dgm:prSet custT="1"/>
      <dgm:spPr/>
      <dgm:t>
        <a:bodyPr/>
        <a:lstStyle/>
        <a:p>
          <a:endParaRPr lang="en-GB" sz="1200"/>
        </a:p>
      </dgm:t>
    </dgm:pt>
    <dgm:pt modelId="{B23162B5-CDFB-9546-919B-7ADBE2422D43}" type="pres">
      <dgm:prSet presAssocID="{064C0C83-5812-3D4D-9B32-971DEEEFDD02}" presName="Name0" presStyleCnt="0">
        <dgm:presLayoutVars>
          <dgm:dir/>
          <dgm:resizeHandles val="exact"/>
        </dgm:presLayoutVars>
      </dgm:prSet>
      <dgm:spPr/>
    </dgm:pt>
    <dgm:pt modelId="{39DDAE65-42DB-074B-80C1-7AC4A7C91E98}" type="pres">
      <dgm:prSet presAssocID="{A7AAD4DE-B169-D94F-BE3F-603AA10703FD}" presName="node" presStyleLbl="node1" presStyleIdx="0" presStyleCnt="9" custScaleX="58473" custScaleY="21003" custLinFactNeighborY="2240">
        <dgm:presLayoutVars>
          <dgm:bulletEnabled val="1"/>
        </dgm:presLayoutVars>
      </dgm:prSet>
      <dgm:spPr/>
    </dgm:pt>
    <dgm:pt modelId="{333ADCB7-A5AB-EA47-A25C-FE7A57B60D69}" type="pres">
      <dgm:prSet presAssocID="{0274CE9C-5B73-F24F-B00E-86DE730D0C2F}" presName="sibTrans" presStyleLbl="sibTrans2D1" presStyleIdx="0" presStyleCnt="8" custLinFactNeighborX="-42403" custLinFactNeighborY="-5378"/>
      <dgm:spPr/>
    </dgm:pt>
    <dgm:pt modelId="{54FF0C0B-FDF1-CF45-AD1D-24B7D7835EAB}" type="pres">
      <dgm:prSet presAssocID="{0274CE9C-5B73-F24F-B00E-86DE730D0C2F}" presName="connectorText" presStyleLbl="sibTrans2D1" presStyleIdx="0" presStyleCnt="8"/>
      <dgm:spPr/>
    </dgm:pt>
    <dgm:pt modelId="{1B8274DF-52A1-934A-9C19-9B4F6548319E}" type="pres">
      <dgm:prSet presAssocID="{A09941E7-CEDE-8A47-8C9A-0BC7F159DBB4}" presName="node" presStyleLbl="node1" presStyleIdx="1" presStyleCnt="9" custScaleX="129101" custScaleY="56533" custLinFactNeighborX="-40395" custLinFactNeighborY="991">
        <dgm:presLayoutVars>
          <dgm:bulletEnabled val="1"/>
        </dgm:presLayoutVars>
      </dgm:prSet>
      <dgm:spPr/>
    </dgm:pt>
    <dgm:pt modelId="{E8474229-A312-854A-A826-E9A5589D152C}" type="pres">
      <dgm:prSet presAssocID="{84B11F45-8F8F-3045-B71E-3343ADB6EFE5}" presName="sibTrans" presStyleLbl="sibTrans2D1" presStyleIdx="1" presStyleCnt="8" custLinFactNeighborX="-38780"/>
      <dgm:spPr/>
    </dgm:pt>
    <dgm:pt modelId="{FE3BD5CD-27FB-7B4B-96EE-1B075007CA30}" type="pres">
      <dgm:prSet presAssocID="{84B11F45-8F8F-3045-B71E-3343ADB6EFE5}" presName="connectorText" presStyleLbl="sibTrans2D1" presStyleIdx="1" presStyleCnt="8"/>
      <dgm:spPr/>
    </dgm:pt>
    <dgm:pt modelId="{550426D1-4AB6-C34D-9BDC-87BC7D606454}" type="pres">
      <dgm:prSet presAssocID="{8C961C5B-4438-124B-A9BE-C151F3AADCDA}" presName="node" presStyleLbl="node1" presStyleIdx="2" presStyleCnt="9" custLinFactNeighborX="-23080">
        <dgm:presLayoutVars>
          <dgm:bulletEnabled val="1"/>
        </dgm:presLayoutVars>
      </dgm:prSet>
      <dgm:spPr/>
    </dgm:pt>
    <dgm:pt modelId="{1BCD7753-EA03-C844-A5D0-2231E1634F19}" type="pres">
      <dgm:prSet presAssocID="{F58852AF-C934-6942-868F-313454574494}" presName="sibTrans" presStyleLbl="sibTrans2D1" presStyleIdx="2" presStyleCnt="8"/>
      <dgm:spPr/>
    </dgm:pt>
    <dgm:pt modelId="{C91C3708-8B9D-4043-8D96-E3C56D7F93DD}" type="pres">
      <dgm:prSet presAssocID="{F58852AF-C934-6942-868F-313454574494}" presName="connectorText" presStyleLbl="sibTrans2D1" presStyleIdx="2" presStyleCnt="8"/>
      <dgm:spPr/>
    </dgm:pt>
    <dgm:pt modelId="{44E5614B-AF02-464B-B48E-8935D527C70E}" type="pres">
      <dgm:prSet presAssocID="{76CAD927-8E1F-6048-B90C-DDB57C97DB9E}" presName="node" presStyleLbl="node1" presStyleIdx="3" presStyleCnt="9" custScaleX="62964">
        <dgm:presLayoutVars>
          <dgm:bulletEnabled val="1"/>
        </dgm:presLayoutVars>
      </dgm:prSet>
      <dgm:spPr/>
    </dgm:pt>
    <dgm:pt modelId="{5AC227C3-1141-DB4E-92E9-1490747119B3}" type="pres">
      <dgm:prSet presAssocID="{0F5070C6-765F-A645-AF6D-3CD5C0729FF5}" presName="sibTrans" presStyleLbl="sibTrans2D1" presStyleIdx="3" presStyleCnt="8"/>
      <dgm:spPr/>
    </dgm:pt>
    <dgm:pt modelId="{E63AD81C-EAC0-CB4B-8DD8-6CB36FA99D87}" type="pres">
      <dgm:prSet presAssocID="{0F5070C6-765F-A645-AF6D-3CD5C0729FF5}" presName="connectorText" presStyleLbl="sibTrans2D1" presStyleIdx="3" presStyleCnt="8"/>
      <dgm:spPr/>
    </dgm:pt>
    <dgm:pt modelId="{65947231-329B-8A47-AFB7-40F5B8EBB706}" type="pres">
      <dgm:prSet presAssocID="{4E16205D-10BA-0744-952A-F75CA9ED86A2}" presName="node" presStyleLbl="node1" presStyleIdx="4" presStyleCnt="9" custScaleX="96118">
        <dgm:presLayoutVars>
          <dgm:bulletEnabled val="1"/>
        </dgm:presLayoutVars>
      </dgm:prSet>
      <dgm:spPr/>
    </dgm:pt>
    <dgm:pt modelId="{8787D3DF-1832-D542-BE2C-D573760A0825}" type="pres">
      <dgm:prSet presAssocID="{626CC44D-D4FE-0C49-AC34-866C6405B56C}" presName="sibTrans" presStyleLbl="sibTrans2D1" presStyleIdx="4" presStyleCnt="8"/>
      <dgm:spPr/>
    </dgm:pt>
    <dgm:pt modelId="{56D9AD29-7FEA-424B-BAF5-36ED37226054}" type="pres">
      <dgm:prSet presAssocID="{626CC44D-D4FE-0C49-AC34-866C6405B56C}" presName="connectorText" presStyleLbl="sibTrans2D1" presStyleIdx="4" presStyleCnt="8"/>
      <dgm:spPr/>
    </dgm:pt>
    <dgm:pt modelId="{EDE8072A-7B58-8040-9AD3-7297B7AAD252}" type="pres">
      <dgm:prSet presAssocID="{BA12EEBC-FD35-1249-B760-6D0E38C5D710}" presName="node" presStyleLbl="node1" presStyleIdx="5" presStyleCnt="9" custScaleX="93126">
        <dgm:presLayoutVars>
          <dgm:bulletEnabled val="1"/>
        </dgm:presLayoutVars>
      </dgm:prSet>
      <dgm:spPr/>
    </dgm:pt>
    <dgm:pt modelId="{D62651B2-4E65-1A46-B479-DE014F2A54E0}" type="pres">
      <dgm:prSet presAssocID="{14F42D45-4971-9C4D-A9BC-74B322952115}" presName="sibTrans" presStyleLbl="sibTrans2D1" presStyleIdx="5" presStyleCnt="8"/>
      <dgm:spPr/>
    </dgm:pt>
    <dgm:pt modelId="{62EC9149-35C3-5C42-81C3-862D38A2938F}" type="pres">
      <dgm:prSet presAssocID="{14F42D45-4971-9C4D-A9BC-74B322952115}" presName="connectorText" presStyleLbl="sibTrans2D1" presStyleIdx="5" presStyleCnt="8"/>
      <dgm:spPr/>
    </dgm:pt>
    <dgm:pt modelId="{91EDED17-7378-6B45-8950-78712B87A7E7}" type="pres">
      <dgm:prSet presAssocID="{89EC285D-DC46-804E-A9FD-33AE2424250C}" presName="node" presStyleLbl="node1" presStyleIdx="6" presStyleCnt="9" custScaleX="92089">
        <dgm:presLayoutVars>
          <dgm:bulletEnabled val="1"/>
        </dgm:presLayoutVars>
      </dgm:prSet>
      <dgm:spPr/>
    </dgm:pt>
    <dgm:pt modelId="{C8006D37-07E5-454B-B040-3E4D73AB5499}" type="pres">
      <dgm:prSet presAssocID="{E564E26F-B228-9B4D-92B3-7775E1E5FC73}" presName="sibTrans" presStyleLbl="sibTrans2D1" presStyleIdx="6" presStyleCnt="8"/>
      <dgm:spPr/>
    </dgm:pt>
    <dgm:pt modelId="{C6CECDA9-83FB-AB43-B9C2-3BC6F7C75096}" type="pres">
      <dgm:prSet presAssocID="{E564E26F-B228-9B4D-92B3-7775E1E5FC73}" presName="connectorText" presStyleLbl="sibTrans2D1" presStyleIdx="6" presStyleCnt="8"/>
      <dgm:spPr/>
    </dgm:pt>
    <dgm:pt modelId="{0BE2C763-825E-AC41-85BE-525278126A1D}" type="pres">
      <dgm:prSet presAssocID="{DC368700-7A2D-FC4F-9ECE-11C3ECA5D402}" presName="node" presStyleLbl="node1" presStyleIdx="7" presStyleCnt="9">
        <dgm:presLayoutVars>
          <dgm:bulletEnabled val="1"/>
        </dgm:presLayoutVars>
      </dgm:prSet>
      <dgm:spPr/>
    </dgm:pt>
    <dgm:pt modelId="{DCE67D12-A3B2-2346-AB3E-F54914155659}" type="pres">
      <dgm:prSet presAssocID="{1EE2B29E-F010-6F4C-BD3D-D8D0FE3DF424}" presName="sibTrans" presStyleLbl="sibTrans2D1" presStyleIdx="7" presStyleCnt="8"/>
      <dgm:spPr/>
    </dgm:pt>
    <dgm:pt modelId="{34D83186-F1AC-0E43-A7EA-5AC52EFA3FC6}" type="pres">
      <dgm:prSet presAssocID="{1EE2B29E-F010-6F4C-BD3D-D8D0FE3DF424}" presName="connectorText" presStyleLbl="sibTrans2D1" presStyleIdx="7" presStyleCnt="8"/>
      <dgm:spPr/>
    </dgm:pt>
    <dgm:pt modelId="{F840FC9E-F300-D044-91E9-CF428245BC7B}" type="pres">
      <dgm:prSet presAssocID="{92FE5E3D-2F40-1A4A-AA60-F1C64AC0D496}" presName="node" presStyleLbl="node1" presStyleIdx="8" presStyleCnt="9" custScaleX="58473" custScaleY="21003">
        <dgm:presLayoutVars>
          <dgm:bulletEnabled val="1"/>
        </dgm:presLayoutVars>
      </dgm:prSet>
      <dgm:spPr/>
    </dgm:pt>
  </dgm:ptLst>
  <dgm:cxnLst>
    <dgm:cxn modelId="{D0848504-B69D-E743-BADF-73F818287C03}" type="presOf" srcId="{76CAD927-8E1F-6048-B90C-DDB57C97DB9E}" destId="{44E5614B-AF02-464B-B48E-8935D527C70E}" srcOrd="0" destOrd="0" presId="urn:microsoft.com/office/officeart/2005/8/layout/process1"/>
    <dgm:cxn modelId="{7176A40A-31AB-A94C-B8FB-14581A655BC1}" srcId="{064C0C83-5812-3D4D-9B32-971DEEEFDD02}" destId="{89EC285D-DC46-804E-A9FD-33AE2424250C}" srcOrd="6" destOrd="0" parTransId="{EC52A90B-11F9-634B-9F9D-6EC38239CDC6}" sibTransId="{E564E26F-B228-9B4D-92B3-7775E1E5FC73}"/>
    <dgm:cxn modelId="{421EF50C-8A25-3D4E-86C5-922AD64C3D22}" type="presOf" srcId="{92FE5E3D-2F40-1A4A-AA60-F1C64AC0D496}" destId="{F840FC9E-F300-D044-91E9-CF428245BC7B}" srcOrd="0" destOrd="0" presId="urn:microsoft.com/office/officeart/2005/8/layout/process1"/>
    <dgm:cxn modelId="{988A970F-3FC0-3840-BB56-46C5A26394E0}" type="presOf" srcId="{626CC44D-D4FE-0C49-AC34-866C6405B56C}" destId="{8787D3DF-1832-D542-BE2C-D573760A0825}" srcOrd="0" destOrd="0" presId="urn:microsoft.com/office/officeart/2005/8/layout/process1"/>
    <dgm:cxn modelId="{3D7ACE2B-00C6-F64D-AB1A-356EC32D260A}" type="presOf" srcId="{84B11F45-8F8F-3045-B71E-3343ADB6EFE5}" destId="{FE3BD5CD-27FB-7B4B-96EE-1B075007CA30}" srcOrd="1" destOrd="0" presId="urn:microsoft.com/office/officeart/2005/8/layout/process1"/>
    <dgm:cxn modelId="{4821E737-072B-8A48-9AFF-76EBE83D76CF}" type="presOf" srcId="{84B11F45-8F8F-3045-B71E-3343ADB6EFE5}" destId="{E8474229-A312-854A-A826-E9A5589D152C}" srcOrd="0" destOrd="0" presId="urn:microsoft.com/office/officeart/2005/8/layout/process1"/>
    <dgm:cxn modelId="{50C21D43-1C8C-2141-83DF-A9F0D601C79B}" type="presOf" srcId="{8C961C5B-4438-124B-A9BE-C151F3AADCDA}" destId="{550426D1-4AB6-C34D-9BDC-87BC7D606454}" srcOrd="0" destOrd="0" presId="urn:microsoft.com/office/officeart/2005/8/layout/process1"/>
    <dgm:cxn modelId="{F48AAA4F-C536-214C-B05B-F1EBAE921AD3}" type="presOf" srcId="{1EE2B29E-F010-6F4C-BD3D-D8D0FE3DF424}" destId="{34D83186-F1AC-0E43-A7EA-5AC52EFA3FC6}" srcOrd="1" destOrd="0" presId="urn:microsoft.com/office/officeart/2005/8/layout/process1"/>
    <dgm:cxn modelId="{1DAEF554-7050-524B-AB12-7956B48F3EEA}" srcId="{064C0C83-5812-3D4D-9B32-971DEEEFDD02}" destId="{A7AAD4DE-B169-D94F-BE3F-603AA10703FD}" srcOrd="0" destOrd="0" parTransId="{4F04E2DA-016D-6940-A82E-C5EADD37FCFE}" sibTransId="{0274CE9C-5B73-F24F-B00E-86DE730D0C2F}"/>
    <dgm:cxn modelId="{26850B56-B188-C044-86EE-32C01BFD5157}" type="presOf" srcId="{BA12EEBC-FD35-1249-B760-6D0E38C5D710}" destId="{EDE8072A-7B58-8040-9AD3-7297B7AAD252}" srcOrd="0" destOrd="0" presId="urn:microsoft.com/office/officeart/2005/8/layout/process1"/>
    <dgm:cxn modelId="{0D0F4569-9496-364A-98AC-EE9E195FF3AA}" type="presOf" srcId="{DC368700-7A2D-FC4F-9ECE-11C3ECA5D402}" destId="{0BE2C763-825E-AC41-85BE-525278126A1D}" srcOrd="0" destOrd="0" presId="urn:microsoft.com/office/officeart/2005/8/layout/process1"/>
    <dgm:cxn modelId="{CE33E176-186B-D846-84C1-1F9210650FA5}" type="presOf" srcId="{0F5070C6-765F-A645-AF6D-3CD5C0729FF5}" destId="{5AC227C3-1141-DB4E-92E9-1490747119B3}" srcOrd="0" destOrd="0" presId="urn:microsoft.com/office/officeart/2005/8/layout/process1"/>
    <dgm:cxn modelId="{F4A92479-5313-3E41-8F39-622C17CDAF3A}" type="presOf" srcId="{626CC44D-D4FE-0C49-AC34-866C6405B56C}" destId="{56D9AD29-7FEA-424B-BAF5-36ED37226054}" srcOrd="1" destOrd="0" presId="urn:microsoft.com/office/officeart/2005/8/layout/process1"/>
    <dgm:cxn modelId="{CF73067B-6E35-204A-B5C0-1C3E1A024ACF}" srcId="{064C0C83-5812-3D4D-9B32-971DEEEFDD02}" destId="{BA12EEBC-FD35-1249-B760-6D0E38C5D710}" srcOrd="5" destOrd="0" parTransId="{342997E0-ADAB-4845-96AD-A81FEC986B8E}" sibTransId="{14F42D45-4971-9C4D-A9BC-74B322952115}"/>
    <dgm:cxn modelId="{FE77F683-C807-2A4D-BD0E-38EB8A991B99}" type="presOf" srcId="{14F42D45-4971-9C4D-A9BC-74B322952115}" destId="{62EC9149-35C3-5C42-81C3-862D38A2938F}" srcOrd="1" destOrd="0" presId="urn:microsoft.com/office/officeart/2005/8/layout/process1"/>
    <dgm:cxn modelId="{39DFE585-8739-5744-B44C-B6180E5FA7FB}" type="presOf" srcId="{064C0C83-5812-3D4D-9B32-971DEEEFDD02}" destId="{B23162B5-CDFB-9546-919B-7ADBE2422D43}" srcOrd="0" destOrd="0" presId="urn:microsoft.com/office/officeart/2005/8/layout/process1"/>
    <dgm:cxn modelId="{6DF8C695-4801-5549-BF73-92252B6BA1AD}" type="presOf" srcId="{0F5070C6-765F-A645-AF6D-3CD5C0729FF5}" destId="{E63AD81C-EAC0-CB4B-8DD8-6CB36FA99D87}" srcOrd="1" destOrd="0" presId="urn:microsoft.com/office/officeart/2005/8/layout/process1"/>
    <dgm:cxn modelId="{20DFF398-3624-804F-A4D9-F444483AB987}" srcId="{064C0C83-5812-3D4D-9B32-971DEEEFDD02}" destId="{92FE5E3D-2F40-1A4A-AA60-F1C64AC0D496}" srcOrd="8" destOrd="0" parTransId="{5DEE3842-BAF1-3F48-8393-774C1A1E1D1E}" sibTransId="{13EAA5EB-22FE-794B-B765-87E200B08F67}"/>
    <dgm:cxn modelId="{4676E8A5-AB09-F04F-B803-3D12A9921362}" srcId="{064C0C83-5812-3D4D-9B32-971DEEEFDD02}" destId="{76CAD927-8E1F-6048-B90C-DDB57C97DB9E}" srcOrd="3" destOrd="0" parTransId="{7B0C0C82-BC9E-DC4E-A81C-F0933CC68A65}" sibTransId="{0F5070C6-765F-A645-AF6D-3CD5C0729FF5}"/>
    <dgm:cxn modelId="{DE28A0A9-BE4E-6044-B1D0-C851F4201AF3}" srcId="{064C0C83-5812-3D4D-9B32-971DEEEFDD02}" destId="{DC368700-7A2D-FC4F-9ECE-11C3ECA5D402}" srcOrd="7" destOrd="0" parTransId="{E390222C-398E-F04E-9FA0-D407FD98F110}" sibTransId="{1EE2B29E-F010-6F4C-BD3D-D8D0FE3DF424}"/>
    <dgm:cxn modelId="{929713B0-A669-9A49-9587-B6EF434B9C17}" srcId="{064C0C83-5812-3D4D-9B32-971DEEEFDD02}" destId="{4E16205D-10BA-0744-952A-F75CA9ED86A2}" srcOrd="4" destOrd="0" parTransId="{DE4650A9-E776-ED45-AE37-D582C2919A06}" sibTransId="{626CC44D-D4FE-0C49-AC34-866C6405B56C}"/>
    <dgm:cxn modelId="{D471DEB7-8F61-D645-852C-5018299550D8}" type="presOf" srcId="{E564E26F-B228-9B4D-92B3-7775E1E5FC73}" destId="{C8006D37-07E5-454B-B040-3E4D73AB5499}" srcOrd="0" destOrd="0" presId="urn:microsoft.com/office/officeart/2005/8/layout/process1"/>
    <dgm:cxn modelId="{CB5A80BA-9D9C-E745-8454-08EB6F60B56C}" type="presOf" srcId="{1EE2B29E-F010-6F4C-BD3D-D8D0FE3DF424}" destId="{DCE67D12-A3B2-2346-AB3E-F54914155659}" srcOrd="0" destOrd="0" presId="urn:microsoft.com/office/officeart/2005/8/layout/process1"/>
    <dgm:cxn modelId="{D6AFAFBD-0003-CA41-90AA-9FADE08B6775}" type="presOf" srcId="{89EC285D-DC46-804E-A9FD-33AE2424250C}" destId="{91EDED17-7378-6B45-8950-78712B87A7E7}" srcOrd="0" destOrd="0" presId="urn:microsoft.com/office/officeart/2005/8/layout/process1"/>
    <dgm:cxn modelId="{88CEDBC3-90F4-9642-978E-A9548664A085}" type="presOf" srcId="{F58852AF-C934-6942-868F-313454574494}" destId="{1BCD7753-EA03-C844-A5D0-2231E1634F19}" srcOrd="0" destOrd="0" presId="urn:microsoft.com/office/officeart/2005/8/layout/process1"/>
    <dgm:cxn modelId="{90D462D4-9825-C541-AFE3-3602F17D0B90}" srcId="{064C0C83-5812-3D4D-9B32-971DEEEFDD02}" destId="{A09941E7-CEDE-8A47-8C9A-0BC7F159DBB4}" srcOrd="1" destOrd="0" parTransId="{8F31E63B-2D7E-B940-9D15-DEB5C38D1BAC}" sibTransId="{84B11F45-8F8F-3045-B71E-3343ADB6EFE5}"/>
    <dgm:cxn modelId="{8716B0D5-6117-724E-86A3-DA482C45B0C7}" type="presOf" srcId="{14F42D45-4971-9C4D-A9BC-74B322952115}" destId="{D62651B2-4E65-1A46-B479-DE014F2A54E0}" srcOrd="0" destOrd="0" presId="urn:microsoft.com/office/officeart/2005/8/layout/process1"/>
    <dgm:cxn modelId="{F6111CD8-5952-4C46-BCFE-DF7B598E1C7B}" srcId="{064C0C83-5812-3D4D-9B32-971DEEEFDD02}" destId="{8C961C5B-4438-124B-A9BE-C151F3AADCDA}" srcOrd="2" destOrd="0" parTransId="{037ED0C1-B95B-9643-BDA2-E1F74DACFA8F}" sibTransId="{F58852AF-C934-6942-868F-313454574494}"/>
    <dgm:cxn modelId="{571AB8DA-8578-194F-A23B-CFA202CABD4A}" type="presOf" srcId="{E564E26F-B228-9B4D-92B3-7775E1E5FC73}" destId="{C6CECDA9-83FB-AB43-B9C2-3BC6F7C75096}" srcOrd="1" destOrd="0" presId="urn:microsoft.com/office/officeart/2005/8/layout/process1"/>
    <dgm:cxn modelId="{EA2569DC-1676-8242-A46D-79DEC3CD4F9C}" type="presOf" srcId="{0274CE9C-5B73-F24F-B00E-86DE730D0C2F}" destId="{54FF0C0B-FDF1-CF45-AD1D-24B7D7835EAB}" srcOrd="1" destOrd="0" presId="urn:microsoft.com/office/officeart/2005/8/layout/process1"/>
    <dgm:cxn modelId="{20991BE5-FDCF-2045-A0EF-C4E822B721DB}" type="presOf" srcId="{A09941E7-CEDE-8A47-8C9A-0BC7F159DBB4}" destId="{1B8274DF-52A1-934A-9C19-9B4F6548319E}" srcOrd="0" destOrd="0" presId="urn:microsoft.com/office/officeart/2005/8/layout/process1"/>
    <dgm:cxn modelId="{835A14EC-96F8-244F-86B2-9E540C210F20}" type="presOf" srcId="{4E16205D-10BA-0744-952A-F75CA9ED86A2}" destId="{65947231-329B-8A47-AFB7-40F5B8EBB706}" srcOrd="0" destOrd="0" presId="urn:microsoft.com/office/officeart/2005/8/layout/process1"/>
    <dgm:cxn modelId="{4BA205F3-EE2B-8E40-947E-C66CC9DD4169}" type="presOf" srcId="{0274CE9C-5B73-F24F-B00E-86DE730D0C2F}" destId="{333ADCB7-A5AB-EA47-A25C-FE7A57B60D69}" srcOrd="0" destOrd="0" presId="urn:microsoft.com/office/officeart/2005/8/layout/process1"/>
    <dgm:cxn modelId="{DCC17EF6-F31A-D741-9A28-FE12BFAE112F}" type="presOf" srcId="{F58852AF-C934-6942-868F-313454574494}" destId="{C91C3708-8B9D-4043-8D96-E3C56D7F93DD}" srcOrd="1" destOrd="0" presId="urn:microsoft.com/office/officeart/2005/8/layout/process1"/>
    <dgm:cxn modelId="{4A2052FC-85A8-C04A-AF80-A5662A6313A9}" type="presOf" srcId="{A7AAD4DE-B169-D94F-BE3F-603AA10703FD}" destId="{39DDAE65-42DB-074B-80C1-7AC4A7C91E98}" srcOrd="0" destOrd="0" presId="urn:microsoft.com/office/officeart/2005/8/layout/process1"/>
    <dgm:cxn modelId="{008B3A6A-5401-C64A-BA74-5194B590E13C}" type="presParOf" srcId="{B23162B5-CDFB-9546-919B-7ADBE2422D43}" destId="{39DDAE65-42DB-074B-80C1-7AC4A7C91E98}" srcOrd="0" destOrd="0" presId="urn:microsoft.com/office/officeart/2005/8/layout/process1"/>
    <dgm:cxn modelId="{8A5D992A-E885-6146-AE5F-5F386176B80F}" type="presParOf" srcId="{B23162B5-CDFB-9546-919B-7ADBE2422D43}" destId="{333ADCB7-A5AB-EA47-A25C-FE7A57B60D69}" srcOrd="1" destOrd="0" presId="urn:microsoft.com/office/officeart/2005/8/layout/process1"/>
    <dgm:cxn modelId="{4886F584-499C-F849-B249-8A790B02DBC4}" type="presParOf" srcId="{333ADCB7-A5AB-EA47-A25C-FE7A57B60D69}" destId="{54FF0C0B-FDF1-CF45-AD1D-24B7D7835EAB}" srcOrd="0" destOrd="0" presId="urn:microsoft.com/office/officeart/2005/8/layout/process1"/>
    <dgm:cxn modelId="{E1FB15EC-D801-844A-BC98-3D2EC0B3883C}" type="presParOf" srcId="{B23162B5-CDFB-9546-919B-7ADBE2422D43}" destId="{1B8274DF-52A1-934A-9C19-9B4F6548319E}" srcOrd="2" destOrd="0" presId="urn:microsoft.com/office/officeart/2005/8/layout/process1"/>
    <dgm:cxn modelId="{4A5CACF0-7492-4E4F-91A5-FBDD4D93F546}" type="presParOf" srcId="{B23162B5-CDFB-9546-919B-7ADBE2422D43}" destId="{E8474229-A312-854A-A826-E9A5589D152C}" srcOrd="3" destOrd="0" presId="urn:microsoft.com/office/officeart/2005/8/layout/process1"/>
    <dgm:cxn modelId="{0C0012B0-98BB-B44F-8F25-FBC37767721C}" type="presParOf" srcId="{E8474229-A312-854A-A826-E9A5589D152C}" destId="{FE3BD5CD-27FB-7B4B-96EE-1B075007CA30}" srcOrd="0" destOrd="0" presId="urn:microsoft.com/office/officeart/2005/8/layout/process1"/>
    <dgm:cxn modelId="{D54C1BBC-E4C5-5C44-85EE-7B68A14C2C78}" type="presParOf" srcId="{B23162B5-CDFB-9546-919B-7ADBE2422D43}" destId="{550426D1-4AB6-C34D-9BDC-87BC7D606454}" srcOrd="4" destOrd="0" presId="urn:microsoft.com/office/officeart/2005/8/layout/process1"/>
    <dgm:cxn modelId="{2A350472-E286-5548-B91D-B3BFA0E0BB22}" type="presParOf" srcId="{B23162B5-CDFB-9546-919B-7ADBE2422D43}" destId="{1BCD7753-EA03-C844-A5D0-2231E1634F19}" srcOrd="5" destOrd="0" presId="urn:microsoft.com/office/officeart/2005/8/layout/process1"/>
    <dgm:cxn modelId="{4CFF21EE-A590-E443-81E6-FA5A3E6245F4}" type="presParOf" srcId="{1BCD7753-EA03-C844-A5D0-2231E1634F19}" destId="{C91C3708-8B9D-4043-8D96-E3C56D7F93DD}" srcOrd="0" destOrd="0" presId="urn:microsoft.com/office/officeart/2005/8/layout/process1"/>
    <dgm:cxn modelId="{97A2CBF8-E29C-AD4E-AA4B-65DE991FC3F2}" type="presParOf" srcId="{B23162B5-CDFB-9546-919B-7ADBE2422D43}" destId="{44E5614B-AF02-464B-B48E-8935D527C70E}" srcOrd="6" destOrd="0" presId="urn:microsoft.com/office/officeart/2005/8/layout/process1"/>
    <dgm:cxn modelId="{DE9B7721-A8C2-6D42-91F3-2A68F937F993}" type="presParOf" srcId="{B23162B5-CDFB-9546-919B-7ADBE2422D43}" destId="{5AC227C3-1141-DB4E-92E9-1490747119B3}" srcOrd="7" destOrd="0" presId="urn:microsoft.com/office/officeart/2005/8/layout/process1"/>
    <dgm:cxn modelId="{F4A4EAC3-1EEC-3C49-9376-92BD254D72C7}" type="presParOf" srcId="{5AC227C3-1141-DB4E-92E9-1490747119B3}" destId="{E63AD81C-EAC0-CB4B-8DD8-6CB36FA99D87}" srcOrd="0" destOrd="0" presId="urn:microsoft.com/office/officeart/2005/8/layout/process1"/>
    <dgm:cxn modelId="{D46E84FC-A5B1-CF4E-BED1-60090B264A66}" type="presParOf" srcId="{B23162B5-CDFB-9546-919B-7ADBE2422D43}" destId="{65947231-329B-8A47-AFB7-40F5B8EBB706}" srcOrd="8" destOrd="0" presId="urn:microsoft.com/office/officeart/2005/8/layout/process1"/>
    <dgm:cxn modelId="{8AEDBD64-1568-E64C-83A5-20F15A78549D}" type="presParOf" srcId="{B23162B5-CDFB-9546-919B-7ADBE2422D43}" destId="{8787D3DF-1832-D542-BE2C-D573760A0825}" srcOrd="9" destOrd="0" presId="urn:microsoft.com/office/officeart/2005/8/layout/process1"/>
    <dgm:cxn modelId="{8FCDDBFB-3E98-A740-8A98-2BA0D71B77E5}" type="presParOf" srcId="{8787D3DF-1832-D542-BE2C-D573760A0825}" destId="{56D9AD29-7FEA-424B-BAF5-36ED37226054}" srcOrd="0" destOrd="0" presId="urn:microsoft.com/office/officeart/2005/8/layout/process1"/>
    <dgm:cxn modelId="{030B1C89-EE3E-9442-A794-5470D0095F8D}" type="presParOf" srcId="{B23162B5-CDFB-9546-919B-7ADBE2422D43}" destId="{EDE8072A-7B58-8040-9AD3-7297B7AAD252}" srcOrd="10" destOrd="0" presId="urn:microsoft.com/office/officeart/2005/8/layout/process1"/>
    <dgm:cxn modelId="{A73B0ADA-A292-6F4D-9F76-0923DBE6B0FC}" type="presParOf" srcId="{B23162B5-CDFB-9546-919B-7ADBE2422D43}" destId="{D62651B2-4E65-1A46-B479-DE014F2A54E0}" srcOrd="11" destOrd="0" presId="urn:microsoft.com/office/officeart/2005/8/layout/process1"/>
    <dgm:cxn modelId="{B296A0F2-239B-8446-9999-B46D4A827157}" type="presParOf" srcId="{D62651B2-4E65-1A46-B479-DE014F2A54E0}" destId="{62EC9149-35C3-5C42-81C3-862D38A2938F}" srcOrd="0" destOrd="0" presId="urn:microsoft.com/office/officeart/2005/8/layout/process1"/>
    <dgm:cxn modelId="{DAB7A298-8A43-F74B-B1F8-81032D55E8E3}" type="presParOf" srcId="{B23162B5-CDFB-9546-919B-7ADBE2422D43}" destId="{91EDED17-7378-6B45-8950-78712B87A7E7}" srcOrd="12" destOrd="0" presId="urn:microsoft.com/office/officeart/2005/8/layout/process1"/>
    <dgm:cxn modelId="{D522DA14-DE5A-E447-A4F1-940C617B7895}" type="presParOf" srcId="{B23162B5-CDFB-9546-919B-7ADBE2422D43}" destId="{C8006D37-07E5-454B-B040-3E4D73AB5499}" srcOrd="13" destOrd="0" presId="urn:microsoft.com/office/officeart/2005/8/layout/process1"/>
    <dgm:cxn modelId="{2C15876F-13B7-AD49-A2A6-807F4AEF76E5}" type="presParOf" srcId="{C8006D37-07E5-454B-B040-3E4D73AB5499}" destId="{C6CECDA9-83FB-AB43-B9C2-3BC6F7C75096}" srcOrd="0" destOrd="0" presId="urn:microsoft.com/office/officeart/2005/8/layout/process1"/>
    <dgm:cxn modelId="{62D56955-BEC7-1847-9BA5-F33B041AE2F6}" type="presParOf" srcId="{B23162B5-CDFB-9546-919B-7ADBE2422D43}" destId="{0BE2C763-825E-AC41-85BE-525278126A1D}" srcOrd="14" destOrd="0" presId="urn:microsoft.com/office/officeart/2005/8/layout/process1"/>
    <dgm:cxn modelId="{632CC770-138F-6F43-B9C5-456BDDAAE878}" type="presParOf" srcId="{B23162B5-CDFB-9546-919B-7ADBE2422D43}" destId="{DCE67D12-A3B2-2346-AB3E-F54914155659}" srcOrd="15" destOrd="0" presId="urn:microsoft.com/office/officeart/2005/8/layout/process1"/>
    <dgm:cxn modelId="{6304176B-C268-EC4A-81AC-AA1E0D29DC60}" type="presParOf" srcId="{DCE67D12-A3B2-2346-AB3E-F54914155659}" destId="{34D83186-F1AC-0E43-A7EA-5AC52EFA3FC6}" srcOrd="0" destOrd="0" presId="urn:microsoft.com/office/officeart/2005/8/layout/process1"/>
    <dgm:cxn modelId="{DA52539B-1A80-1E44-9CC7-CF446A3BB795}" type="presParOf" srcId="{B23162B5-CDFB-9546-919B-7ADBE2422D43}" destId="{F840FC9E-F300-D044-91E9-CF428245BC7B}" srcOrd="16"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73A27A-4EB0-C24B-A1E4-9C112236ACD0}">
      <dsp:nvSpPr>
        <dsp:cNvPr id="0" name=""/>
        <dsp:cNvSpPr/>
      </dsp:nvSpPr>
      <dsp:spPr>
        <a:xfrm>
          <a:off x="186386" y="743"/>
          <a:ext cx="2320599" cy="869800"/>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0" i="0" kern="1200" dirty="0"/>
            <a:t>User</a:t>
          </a:r>
          <a:endParaRPr lang="en-IN" sz="1600" b="0" i="0" kern="1200" dirty="0"/>
        </a:p>
        <a:p>
          <a:pPr marL="0" lvl="0" indent="0" algn="ctr" defTabSz="889000">
            <a:lnSpc>
              <a:spcPct val="90000"/>
            </a:lnSpc>
            <a:spcBef>
              <a:spcPct val="0"/>
            </a:spcBef>
            <a:spcAft>
              <a:spcPct val="35000"/>
            </a:spcAft>
            <a:buNone/>
          </a:pPr>
          <a:r>
            <a:rPr lang="en-IN" sz="1600" b="0" i="0" kern="1200" dirty="0"/>
            <a:t>Nutrition Query </a:t>
          </a:r>
          <a:endParaRPr lang="en-GB" sz="1600" kern="1200" dirty="0"/>
        </a:p>
      </dsp:txBody>
      <dsp:txXfrm>
        <a:off x="211862" y="26219"/>
        <a:ext cx="2269647" cy="818848"/>
      </dsp:txXfrm>
    </dsp:sp>
    <dsp:sp modelId="{57718CA1-3D52-684D-B779-9703B5A42C0B}">
      <dsp:nvSpPr>
        <dsp:cNvPr id="0" name=""/>
        <dsp:cNvSpPr/>
      </dsp:nvSpPr>
      <dsp:spPr>
        <a:xfrm rot="5400000">
          <a:off x="1183598" y="892288"/>
          <a:ext cx="326175" cy="391410"/>
        </a:xfrm>
        <a:prstGeom prst="rightArrow">
          <a:avLst>
            <a:gd name="adj1" fmla="val 60000"/>
            <a:gd name="adj2" fmla="val 5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rot="-5400000">
        <a:off x="1229263" y="924905"/>
        <a:ext cx="234846" cy="228323"/>
      </dsp:txXfrm>
    </dsp:sp>
    <dsp:sp modelId="{C7BF5F67-13D0-7745-BEBF-2537C6B1FB0B}">
      <dsp:nvSpPr>
        <dsp:cNvPr id="0" name=""/>
        <dsp:cNvSpPr/>
      </dsp:nvSpPr>
      <dsp:spPr>
        <a:xfrm>
          <a:off x="186386" y="1305443"/>
          <a:ext cx="2320599" cy="869800"/>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1200150">
            <a:lnSpc>
              <a:spcPct val="90000"/>
            </a:lnSpc>
            <a:spcBef>
              <a:spcPct val="0"/>
            </a:spcBef>
            <a:spcAft>
              <a:spcPct val="35000"/>
            </a:spcAft>
            <a:buNone/>
          </a:pPr>
          <a:r>
            <a:rPr lang="en-IN" sz="1600" b="0" i="0" kern="1200">
              <a:latin typeface="Arial"/>
              <a:ea typeface="+mn-ea"/>
              <a:cs typeface="+mn-cs"/>
            </a:rPr>
            <a:t>AI Nutrition</a:t>
          </a:r>
        </a:p>
        <a:p>
          <a:pPr marL="0" lvl="0" indent="0" algn="ctr" defTabSz="1200150">
            <a:lnSpc>
              <a:spcPct val="90000"/>
            </a:lnSpc>
            <a:spcBef>
              <a:spcPct val="0"/>
            </a:spcBef>
            <a:spcAft>
              <a:spcPct val="35000"/>
            </a:spcAft>
            <a:buNone/>
          </a:pPr>
          <a:r>
            <a:rPr lang="en-IN" sz="1600" b="0" i="0" kern="1200">
              <a:latin typeface="Arial"/>
              <a:ea typeface="+mn-ea"/>
              <a:cs typeface="+mn-cs"/>
            </a:rPr>
            <a:t>Agent </a:t>
          </a:r>
          <a:endParaRPr lang="en-GB" sz="1600" b="0" i="0" kern="1200" dirty="0">
            <a:latin typeface="Arial"/>
            <a:ea typeface="+mn-ea"/>
            <a:cs typeface="+mn-cs"/>
          </a:endParaRPr>
        </a:p>
      </dsp:txBody>
      <dsp:txXfrm>
        <a:off x="211862" y="1330919"/>
        <a:ext cx="2269647" cy="818848"/>
      </dsp:txXfrm>
    </dsp:sp>
    <dsp:sp modelId="{AF9B4F0D-5DA5-894E-993F-18BA614F67D9}">
      <dsp:nvSpPr>
        <dsp:cNvPr id="0" name=""/>
        <dsp:cNvSpPr/>
      </dsp:nvSpPr>
      <dsp:spPr>
        <a:xfrm rot="5400000">
          <a:off x="1183598" y="2196988"/>
          <a:ext cx="326175" cy="391410"/>
        </a:xfrm>
        <a:prstGeom prst="rightArrow">
          <a:avLst>
            <a:gd name="adj1" fmla="val 60000"/>
            <a:gd name="adj2" fmla="val 5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rot="-5400000">
        <a:off x="1229263" y="2229605"/>
        <a:ext cx="234846" cy="228323"/>
      </dsp:txXfrm>
    </dsp:sp>
    <dsp:sp modelId="{0DF55B67-BBC6-7940-BE55-80358B8D5283}">
      <dsp:nvSpPr>
        <dsp:cNvPr id="0" name=""/>
        <dsp:cNvSpPr/>
      </dsp:nvSpPr>
      <dsp:spPr>
        <a:xfrm>
          <a:off x="186386" y="2610143"/>
          <a:ext cx="2320599" cy="869800"/>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0" i="0" kern="1200" dirty="0"/>
            <a:t>Nutrition </a:t>
          </a:r>
        </a:p>
        <a:p>
          <a:pPr marL="0" marR="0" lvl="0" indent="0" algn="ctr" defTabSz="914400" eaLnBrk="1" fontAlgn="auto" latinLnBrk="0" hangingPunct="1">
            <a:lnSpc>
              <a:spcPct val="100000"/>
            </a:lnSpc>
            <a:spcBef>
              <a:spcPts val="0"/>
            </a:spcBef>
            <a:spcAft>
              <a:spcPts val="0"/>
            </a:spcAft>
            <a:buClrTx/>
            <a:buSzTx/>
            <a:buFontTx/>
            <a:buNone/>
            <a:tabLst/>
            <a:defRPr/>
          </a:pPr>
          <a:r>
            <a:rPr lang="en-IN" sz="1600" b="0" i="0" kern="1200" dirty="0"/>
            <a:t>Knowledge/ Resources</a:t>
          </a:r>
          <a:endParaRPr lang="en-GB" sz="1600" kern="1200" dirty="0"/>
        </a:p>
        <a:p>
          <a:pPr marL="0" lvl="0" algn="ctr" defTabSz="800100">
            <a:lnSpc>
              <a:spcPct val="90000"/>
            </a:lnSpc>
            <a:spcBef>
              <a:spcPct val="0"/>
            </a:spcBef>
            <a:spcAft>
              <a:spcPct val="35000"/>
            </a:spcAft>
            <a:buNone/>
          </a:pPr>
          <a:endParaRPr lang="en-GB" sz="1600" kern="1200" dirty="0"/>
        </a:p>
      </dsp:txBody>
      <dsp:txXfrm>
        <a:off x="211862" y="2635619"/>
        <a:ext cx="2269647" cy="818848"/>
      </dsp:txXfrm>
    </dsp:sp>
    <dsp:sp modelId="{0C5FE7B9-CF70-A04D-B298-2CBEF80C707B}">
      <dsp:nvSpPr>
        <dsp:cNvPr id="0" name=""/>
        <dsp:cNvSpPr/>
      </dsp:nvSpPr>
      <dsp:spPr>
        <a:xfrm rot="5400000">
          <a:off x="1183598" y="3501688"/>
          <a:ext cx="326175" cy="391410"/>
        </a:xfrm>
        <a:prstGeom prst="rightArrow">
          <a:avLst>
            <a:gd name="adj1" fmla="val 60000"/>
            <a:gd name="adj2" fmla="val 5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rot="-5400000">
        <a:off x="1229263" y="3534305"/>
        <a:ext cx="234846" cy="228323"/>
      </dsp:txXfrm>
    </dsp:sp>
    <dsp:sp modelId="{11797851-2C07-394F-B5EC-A893EEFFA67A}">
      <dsp:nvSpPr>
        <dsp:cNvPr id="0" name=""/>
        <dsp:cNvSpPr/>
      </dsp:nvSpPr>
      <dsp:spPr>
        <a:xfrm>
          <a:off x="186386" y="3914843"/>
          <a:ext cx="2320599" cy="869800"/>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t>AI Response &amp; Recommendations</a:t>
          </a:r>
          <a:endParaRPr lang="en-US" sz="1600" kern="1200" dirty="0"/>
        </a:p>
      </dsp:txBody>
      <dsp:txXfrm>
        <a:off x="211862" y="3940319"/>
        <a:ext cx="2269647" cy="818848"/>
      </dsp:txXfrm>
    </dsp:sp>
    <dsp:sp modelId="{E6743FC0-DB6B-C34D-A188-0F5B0AFD6C2E}">
      <dsp:nvSpPr>
        <dsp:cNvPr id="0" name=""/>
        <dsp:cNvSpPr/>
      </dsp:nvSpPr>
      <dsp:spPr>
        <a:xfrm rot="5400000">
          <a:off x="1183598" y="4806388"/>
          <a:ext cx="326175" cy="391410"/>
        </a:xfrm>
        <a:prstGeom prst="rightArrow">
          <a:avLst>
            <a:gd name="adj1" fmla="val 60000"/>
            <a:gd name="adj2" fmla="val 5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rot="-5400000">
        <a:off x="1229263" y="4839005"/>
        <a:ext cx="234846" cy="228323"/>
      </dsp:txXfrm>
    </dsp:sp>
    <dsp:sp modelId="{14E8A40B-6C79-7C47-86E4-A560BB6558A7}">
      <dsp:nvSpPr>
        <dsp:cNvPr id="0" name=""/>
        <dsp:cNvSpPr/>
      </dsp:nvSpPr>
      <dsp:spPr>
        <a:xfrm>
          <a:off x="186386" y="5219543"/>
          <a:ext cx="2320599" cy="869800"/>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User</a:t>
          </a:r>
          <a:endParaRPr lang="en-IN" sz="1600" kern="1200" dirty="0"/>
        </a:p>
        <a:p>
          <a:pPr marL="0" lvl="0" indent="0" algn="ctr" defTabSz="889000">
            <a:lnSpc>
              <a:spcPct val="90000"/>
            </a:lnSpc>
            <a:spcBef>
              <a:spcPct val="0"/>
            </a:spcBef>
            <a:spcAft>
              <a:spcPct val="35000"/>
            </a:spcAft>
            <a:buNone/>
          </a:pPr>
          <a:r>
            <a:rPr lang="en-IN" sz="1600" kern="1200" dirty="0"/>
            <a:t>Helpful Guidance</a:t>
          </a:r>
          <a:endParaRPr lang="en-GB" sz="1600" kern="1200" dirty="0"/>
        </a:p>
      </dsp:txBody>
      <dsp:txXfrm>
        <a:off x="211862" y="5245019"/>
        <a:ext cx="2269647" cy="8188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DDAE65-42DB-074B-80C1-7AC4A7C91E98}">
      <dsp:nvSpPr>
        <dsp:cNvPr id="0" name=""/>
        <dsp:cNvSpPr/>
      </dsp:nvSpPr>
      <dsp:spPr>
        <a:xfrm>
          <a:off x="12349" y="1035212"/>
          <a:ext cx="634598" cy="234956"/>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User</a:t>
          </a:r>
        </a:p>
      </dsp:txBody>
      <dsp:txXfrm>
        <a:off x="19231" y="1042094"/>
        <a:ext cx="620834" cy="221192"/>
      </dsp:txXfrm>
    </dsp:sp>
    <dsp:sp modelId="{333ADCB7-A5AB-EA47-A25C-FE7A57B60D69}">
      <dsp:nvSpPr>
        <dsp:cNvPr id="0" name=""/>
        <dsp:cNvSpPr/>
      </dsp:nvSpPr>
      <dsp:spPr>
        <a:xfrm rot="21562376">
          <a:off x="653477" y="998709"/>
          <a:ext cx="137147" cy="269150"/>
        </a:xfrm>
        <a:prstGeom prst="rightArrow">
          <a:avLst>
            <a:gd name="adj1" fmla="val 60000"/>
            <a:gd name="adj2" fmla="val 5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653478" y="1052764"/>
        <a:ext cx="96003" cy="161490"/>
      </dsp:txXfrm>
    </dsp:sp>
    <dsp:sp modelId="{1B8274DF-52A1-934A-9C19-9B4F6548319E}">
      <dsp:nvSpPr>
        <dsp:cNvPr id="0" name=""/>
        <dsp:cNvSpPr/>
      </dsp:nvSpPr>
      <dsp:spPr>
        <a:xfrm>
          <a:off x="905701" y="822506"/>
          <a:ext cx="1401113" cy="632424"/>
        </a:xfrm>
        <a:prstGeom prst="roundRect">
          <a:avLst>
            <a:gd name="adj" fmla="val 10000"/>
          </a:avLst>
        </a:prstGeom>
        <a:gradFill rotWithShape="0">
          <a:gsLst>
            <a:gs pos="0">
              <a:schemeClr val="accent4">
                <a:hueOff val="1225111"/>
                <a:satOff val="-5097"/>
                <a:lumOff val="1201"/>
                <a:alphaOff val="0"/>
                <a:tint val="50000"/>
                <a:satMod val="300000"/>
              </a:schemeClr>
            </a:gs>
            <a:gs pos="35000">
              <a:schemeClr val="accent4">
                <a:hueOff val="1225111"/>
                <a:satOff val="-5097"/>
                <a:lumOff val="1201"/>
                <a:alphaOff val="0"/>
                <a:tint val="37000"/>
                <a:satMod val="300000"/>
              </a:schemeClr>
            </a:gs>
            <a:gs pos="100000">
              <a:schemeClr val="accent4">
                <a:hueOff val="1225111"/>
                <a:satOff val="-5097"/>
                <a:lumOff val="1201"/>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Conversational</a:t>
          </a:r>
        </a:p>
        <a:p>
          <a:pPr marL="0" lvl="0" indent="0" algn="ctr" defTabSz="622300">
            <a:lnSpc>
              <a:spcPct val="90000"/>
            </a:lnSpc>
            <a:spcBef>
              <a:spcPct val="0"/>
            </a:spcBef>
            <a:spcAft>
              <a:spcPct val="35000"/>
            </a:spcAft>
            <a:buNone/>
          </a:pPr>
          <a:r>
            <a:rPr lang="en-IN" sz="1400" kern="1200" dirty="0"/>
            <a:t>Interface</a:t>
          </a:r>
          <a:endParaRPr lang="en-GB" sz="1400" kern="1200" dirty="0"/>
        </a:p>
      </dsp:txBody>
      <dsp:txXfrm>
        <a:off x="924224" y="841029"/>
        <a:ext cx="1364067" cy="595378"/>
      </dsp:txXfrm>
    </dsp:sp>
    <dsp:sp modelId="{E8474229-A312-854A-A826-E9A5589D152C}">
      <dsp:nvSpPr>
        <dsp:cNvPr id="0" name=""/>
        <dsp:cNvSpPr/>
      </dsp:nvSpPr>
      <dsp:spPr>
        <a:xfrm rot="21578253">
          <a:off x="2329455" y="998052"/>
          <a:ext cx="269924" cy="269150"/>
        </a:xfrm>
        <a:prstGeom prst="rightArrow">
          <a:avLst>
            <a:gd name="adj1" fmla="val 60000"/>
            <a:gd name="adj2" fmla="val 50000"/>
          </a:avLst>
        </a:prstGeom>
        <a:gradFill rotWithShape="0">
          <a:gsLst>
            <a:gs pos="0">
              <a:schemeClr val="accent4">
                <a:hueOff val="1400127"/>
                <a:satOff val="-5825"/>
                <a:lumOff val="1373"/>
                <a:alphaOff val="0"/>
                <a:tint val="50000"/>
                <a:satMod val="300000"/>
              </a:schemeClr>
            </a:gs>
            <a:gs pos="35000">
              <a:schemeClr val="accent4">
                <a:hueOff val="1400127"/>
                <a:satOff val="-5825"/>
                <a:lumOff val="1373"/>
                <a:alphaOff val="0"/>
                <a:tint val="37000"/>
                <a:satMod val="300000"/>
              </a:schemeClr>
            </a:gs>
            <a:gs pos="100000">
              <a:schemeClr val="accent4">
                <a:hueOff val="1400127"/>
                <a:satOff val="-5825"/>
                <a:lumOff val="1373"/>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2329456" y="1052137"/>
        <a:ext cx="189179" cy="161490"/>
      </dsp:txXfrm>
    </dsp:sp>
    <dsp:sp modelId="{550426D1-4AB6-C34D-9BDC-87BC7D606454}">
      <dsp:nvSpPr>
        <dsp:cNvPr id="0" name=""/>
        <dsp:cNvSpPr/>
      </dsp:nvSpPr>
      <dsp:spPr>
        <a:xfrm>
          <a:off x="2816095" y="568291"/>
          <a:ext cx="1085284" cy="1118681"/>
        </a:xfrm>
        <a:prstGeom prst="roundRect">
          <a:avLst>
            <a:gd name="adj" fmla="val 10000"/>
          </a:avLst>
        </a:prstGeom>
        <a:gradFill rotWithShape="0">
          <a:gsLst>
            <a:gs pos="0">
              <a:schemeClr val="accent4">
                <a:hueOff val="2450223"/>
                <a:satOff val="-10194"/>
                <a:lumOff val="2402"/>
                <a:alphaOff val="0"/>
                <a:tint val="50000"/>
                <a:satMod val="300000"/>
              </a:schemeClr>
            </a:gs>
            <a:gs pos="35000">
              <a:schemeClr val="accent4">
                <a:hueOff val="2450223"/>
                <a:satOff val="-10194"/>
                <a:lumOff val="2402"/>
                <a:alphaOff val="0"/>
                <a:tint val="37000"/>
                <a:satMod val="300000"/>
              </a:schemeClr>
            </a:gs>
            <a:gs pos="100000">
              <a:schemeClr val="accent4">
                <a:hueOff val="2450223"/>
                <a:satOff val="-10194"/>
                <a:lumOff val="240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err="1"/>
            <a:t>Langflow</a:t>
          </a:r>
          <a:r>
            <a:rPr lang="en-IN" sz="1400" kern="1200" dirty="0"/>
            <a:t> Workflow</a:t>
          </a:r>
          <a:endParaRPr lang="en-GB" sz="1400" kern="1200" dirty="0"/>
        </a:p>
      </dsp:txBody>
      <dsp:txXfrm>
        <a:off x="2847882" y="600078"/>
        <a:ext cx="1021710" cy="1055107"/>
      </dsp:txXfrm>
    </dsp:sp>
    <dsp:sp modelId="{1BCD7753-EA03-C844-A5D0-2231E1634F19}">
      <dsp:nvSpPr>
        <dsp:cNvPr id="0" name=""/>
        <dsp:cNvSpPr/>
      </dsp:nvSpPr>
      <dsp:spPr>
        <a:xfrm>
          <a:off x="4034956" y="993057"/>
          <a:ext cx="283182" cy="269150"/>
        </a:xfrm>
        <a:prstGeom prst="rightArrow">
          <a:avLst>
            <a:gd name="adj1" fmla="val 60000"/>
            <a:gd name="adj2" fmla="val 50000"/>
          </a:avLst>
        </a:prstGeom>
        <a:gradFill rotWithShape="0">
          <a:gsLst>
            <a:gs pos="0">
              <a:schemeClr val="accent4">
                <a:hueOff val="2800255"/>
                <a:satOff val="-11651"/>
                <a:lumOff val="2745"/>
                <a:alphaOff val="0"/>
                <a:tint val="50000"/>
                <a:satMod val="300000"/>
              </a:schemeClr>
            </a:gs>
            <a:gs pos="35000">
              <a:schemeClr val="accent4">
                <a:hueOff val="2800255"/>
                <a:satOff val="-11651"/>
                <a:lumOff val="2745"/>
                <a:alphaOff val="0"/>
                <a:tint val="37000"/>
                <a:satMod val="300000"/>
              </a:schemeClr>
            </a:gs>
            <a:gs pos="100000">
              <a:schemeClr val="accent4">
                <a:hueOff val="2800255"/>
                <a:satOff val="-11651"/>
                <a:lumOff val="2745"/>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4034956" y="1046887"/>
        <a:ext cx="202437" cy="161490"/>
      </dsp:txXfrm>
    </dsp:sp>
    <dsp:sp modelId="{44E5614B-AF02-464B-B48E-8935D527C70E}">
      <dsp:nvSpPr>
        <dsp:cNvPr id="0" name=""/>
        <dsp:cNvSpPr/>
      </dsp:nvSpPr>
      <dsp:spPr>
        <a:xfrm>
          <a:off x="4435686" y="568291"/>
          <a:ext cx="683338" cy="1118681"/>
        </a:xfrm>
        <a:prstGeom prst="roundRect">
          <a:avLst>
            <a:gd name="adj" fmla="val 10000"/>
          </a:avLst>
        </a:prstGeom>
        <a:gradFill rotWithShape="0">
          <a:gsLst>
            <a:gs pos="0">
              <a:schemeClr val="accent4">
                <a:hueOff val="3675334"/>
                <a:satOff val="-15291"/>
                <a:lumOff val="3603"/>
                <a:alphaOff val="0"/>
                <a:tint val="50000"/>
                <a:satMod val="300000"/>
              </a:schemeClr>
            </a:gs>
            <a:gs pos="35000">
              <a:schemeClr val="accent4">
                <a:hueOff val="3675334"/>
                <a:satOff val="-15291"/>
                <a:lumOff val="3603"/>
                <a:alphaOff val="0"/>
                <a:tint val="37000"/>
                <a:satMod val="300000"/>
              </a:schemeClr>
            </a:gs>
            <a:gs pos="100000">
              <a:schemeClr val="accent4">
                <a:hueOff val="3675334"/>
                <a:satOff val="-15291"/>
                <a:lumOff val="360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AI / LLM engine</a:t>
          </a:r>
          <a:endParaRPr lang="en-GB" sz="1400" kern="1200" dirty="0"/>
        </a:p>
      </dsp:txBody>
      <dsp:txXfrm>
        <a:off x="4455700" y="588305"/>
        <a:ext cx="643310" cy="1078653"/>
      </dsp:txXfrm>
    </dsp:sp>
    <dsp:sp modelId="{5AC227C3-1141-DB4E-92E9-1490747119B3}">
      <dsp:nvSpPr>
        <dsp:cNvPr id="0" name=""/>
        <dsp:cNvSpPr/>
      </dsp:nvSpPr>
      <dsp:spPr>
        <a:xfrm>
          <a:off x="5227553" y="993057"/>
          <a:ext cx="230080" cy="269150"/>
        </a:xfrm>
        <a:prstGeom prst="rightArrow">
          <a:avLst>
            <a:gd name="adj1" fmla="val 60000"/>
            <a:gd name="adj2" fmla="val 50000"/>
          </a:avLst>
        </a:prstGeom>
        <a:gradFill rotWithShape="0">
          <a:gsLst>
            <a:gs pos="0">
              <a:schemeClr val="accent4">
                <a:hueOff val="4200382"/>
                <a:satOff val="-17476"/>
                <a:lumOff val="4118"/>
                <a:alphaOff val="0"/>
                <a:tint val="50000"/>
                <a:satMod val="300000"/>
              </a:schemeClr>
            </a:gs>
            <a:gs pos="35000">
              <a:schemeClr val="accent4">
                <a:hueOff val="4200382"/>
                <a:satOff val="-17476"/>
                <a:lumOff val="4118"/>
                <a:alphaOff val="0"/>
                <a:tint val="37000"/>
                <a:satMod val="300000"/>
              </a:schemeClr>
            </a:gs>
            <a:gs pos="100000">
              <a:schemeClr val="accent4">
                <a:hueOff val="4200382"/>
                <a:satOff val="-17476"/>
                <a:lumOff val="4118"/>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5227553" y="1046887"/>
        <a:ext cx="161056" cy="161490"/>
      </dsp:txXfrm>
    </dsp:sp>
    <dsp:sp modelId="{65947231-329B-8A47-AFB7-40F5B8EBB706}">
      <dsp:nvSpPr>
        <dsp:cNvPr id="0" name=""/>
        <dsp:cNvSpPr/>
      </dsp:nvSpPr>
      <dsp:spPr>
        <a:xfrm>
          <a:off x="5553139" y="568291"/>
          <a:ext cx="1043153" cy="1118681"/>
        </a:xfrm>
        <a:prstGeom prst="roundRect">
          <a:avLst>
            <a:gd name="adj" fmla="val 10000"/>
          </a:avLst>
        </a:prstGeom>
        <a:gradFill rotWithShape="0">
          <a:gsLst>
            <a:gs pos="0">
              <a:schemeClr val="accent4">
                <a:hueOff val="4900445"/>
                <a:satOff val="-20388"/>
                <a:lumOff val="4804"/>
                <a:alphaOff val="0"/>
                <a:tint val="50000"/>
                <a:satMod val="300000"/>
              </a:schemeClr>
            </a:gs>
            <a:gs pos="35000">
              <a:schemeClr val="accent4">
                <a:hueOff val="4900445"/>
                <a:satOff val="-20388"/>
                <a:lumOff val="4804"/>
                <a:alphaOff val="0"/>
                <a:tint val="37000"/>
                <a:satMod val="300000"/>
              </a:schemeClr>
            </a:gs>
            <a:gs pos="100000">
              <a:schemeClr val="accent4">
                <a:hueOff val="4900445"/>
                <a:satOff val="-20388"/>
                <a:lumOff val="480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Nutrition Knowledge + Recipe / Food Resources </a:t>
          </a:r>
          <a:endParaRPr lang="en-GB" sz="1400" kern="1200" dirty="0"/>
        </a:p>
      </dsp:txBody>
      <dsp:txXfrm>
        <a:off x="5583692" y="598844"/>
        <a:ext cx="982047" cy="1057575"/>
      </dsp:txXfrm>
    </dsp:sp>
    <dsp:sp modelId="{8787D3DF-1832-D542-BE2C-D573760A0825}">
      <dsp:nvSpPr>
        <dsp:cNvPr id="0" name=""/>
        <dsp:cNvSpPr/>
      </dsp:nvSpPr>
      <dsp:spPr>
        <a:xfrm>
          <a:off x="6704821" y="993057"/>
          <a:ext cx="230080" cy="269150"/>
        </a:xfrm>
        <a:prstGeom prst="rightArrow">
          <a:avLst>
            <a:gd name="adj1" fmla="val 60000"/>
            <a:gd name="adj2" fmla="val 50000"/>
          </a:avLst>
        </a:prstGeom>
        <a:gradFill rotWithShape="0">
          <a:gsLst>
            <a:gs pos="0">
              <a:schemeClr val="accent4">
                <a:hueOff val="5600509"/>
                <a:satOff val="-23301"/>
                <a:lumOff val="5490"/>
                <a:alphaOff val="0"/>
                <a:tint val="50000"/>
                <a:satMod val="300000"/>
              </a:schemeClr>
            </a:gs>
            <a:gs pos="35000">
              <a:schemeClr val="accent4">
                <a:hueOff val="5600509"/>
                <a:satOff val="-23301"/>
                <a:lumOff val="5490"/>
                <a:alphaOff val="0"/>
                <a:tint val="37000"/>
                <a:satMod val="300000"/>
              </a:schemeClr>
            </a:gs>
            <a:gs pos="100000">
              <a:schemeClr val="accent4">
                <a:hueOff val="5600509"/>
                <a:satOff val="-23301"/>
                <a:lumOff val="549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6704821" y="1046887"/>
        <a:ext cx="161056" cy="161490"/>
      </dsp:txXfrm>
    </dsp:sp>
    <dsp:sp modelId="{EDE8072A-7B58-8040-9AD3-7297B7AAD252}">
      <dsp:nvSpPr>
        <dsp:cNvPr id="0" name=""/>
        <dsp:cNvSpPr/>
      </dsp:nvSpPr>
      <dsp:spPr>
        <a:xfrm>
          <a:off x="7030406" y="568291"/>
          <a:ext cx="1010682" cy="1118681"/>
        </a:xfrm>
        <a:prstGeom prst="roundRect">
          <a:avLst>
            <a:gd name="adj" fmla="val 10000"/>
          </a:avLst>
        </a:prstGeom>
        <a:gradFill rotWithShape="0">
          <a:gsLst>
            <a:gs pos="0">
              <a:schemeClr val="accent4">
                <a:hueOff val="6125556"/>
                <a:satOff val="-25486"/>
                <a:lumOff val="6005"/>
                <a:alphaOff val="0"/>
                <a:tint val="50000"/>
                <a:satMod val="300000"/>
              </a:schemeClr>
            </a:gs>
            <a:gs pos="35000">
              <a:schemeClr val="accent4">
                <a:hueOff val="6125556"/>
                <a:satOff val="-25486"/>
                <a:lumOff val="6005"/>
                <a:alphaOff val="0"/>
                <a:tint val="37000"/>
                <a:satMod val="300000"/>
              </a:schemeClr>
            </a:gs>
            <a:gs pos="100000">
              <a:schemeClr val="accent4">
                <a:hueOff val="6125556"/>
                <a:satOff val="-25486"/>
                <a:lumOff val="600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Response Generation</a:t>
          </a:r>
          <a:endParaRPr lang="en-GB" sz="1400" kern="1200" dirty="0"/>
        </a:p>
      </dsp:txBody>
      <dsp:txXfrm>
        <a:off x="7060008" y="597893"/>
        <a:ext cx="951478" cy="1059477"/>
      </dsp:txXfrm>
    </dsp:sp>
    <dsp:sp modelId="{D62651B2-4E65-1A46-B479-DE014F2A54E0}">
      <dsp:nvSpPr>
        <dsp:cNvPr id="0" name=""/>
        <dsp:cNvSpPr/>
      </dsp:nvSpPr>
      <dsp:spPr>
        <a:xfrm>
          <a:off x="8149617" y="993057"/>
          <a:ext cx="230080" cy="269150"/>
        </a:xfrm>
        <a:prstGeom prst="rightArrow">
          <a:avLst>
            <a:gd name="adj1" fmla="val 60000"/>
            <a:gd name="adj2" fmla="val 50000"/>
          </a:avLst>
        </a:prstGeom>
        <a:gradFill rotWithShape="0">
          <a:gsLst>
            <a:gs pos="0">
              <a:schemeClr val="accent4">
                <a:hueOff val="7000636"/>
                <a:satOff val="-29126"/>
                <a:lumOff val="6863"/>
                <a:alphaOff val="0"/>
                <a:tint val="50000"/>
                <a:satMod val="300000"/>
              </a:schemeClr>
            </a:gs>
            <a:gs pos="35000">
              <a:schemeClr val="accent4">
                <a:hueOff val="7000636"/>
                <a:satOff val="-29126"/>
                <a:lumOff val="6863"/>
                <a:alphaOff val="0"/>
                <a:tint val="37000"/>
                <a:satMod val="300000"/>
              </a:schemeClr>
            </a:gs>
            <a:gs pos="100000">
              <a:schemeClr val="accent4">
                <a:hueOff val="7000636"/>
                <a:satOff val="-29126"/>
                <a:lumOff val="6863"/>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8149617" y="1046887"/>
        <a:ext cx="161056" cy="161490"/>
      </dsp:txXfrm>
    </dsp:sp>
    <dsp:sp modelId="{91EDED17-7378-6B45-8950-78712B87A7E7}">
      <dsp:nvSpPr>
        <dsp:cNvPr id="0" name=""/>
        <dsp:cNvSpPr/>
      </dsp:nvSpPr>
      <dsp:spPr>
        <a:xfrm>
          <a:off x="8475202" y="568291"/>
          <a:ext cx="999427" cy="1118681"/>
        </a:xfrm>
        <a:prstGeom prst="roundRect">
          <a:avLst>
            <a:gd name="adj" fmla="val 10000"/>
          </a:avLst>
        </a:prstGeom>
        <a:gradFill rotWithShape="0">
          <a:gsLst>
            <a:gs pos="0">
              <a:schemeClr val="accent4">
                <a:hueOff val="7350668"/>
                <a:satOff val="-30583"/>
                <a:lumOff val="7206"/>
                <a:alphaOff val="0"/>
                <a:tint val="50000"/>
                <a:satMod val="300000"/>
              </a:schemeClr>
            </a:gs>
            <a:gs pos="35000">
              <a:schemeClr val="accent4">
                <a:hueOff val="7350668"/>
                <a:satOff val="-30583"/>
                <a:lumOff val="7206"/>
                <a:alphaOff val="0"/>
                <a:tint val="37000"/>
                <a:satMod val="300000"/>
              </a:schemeClr>
            </a:gs>
            <a:gs pos="100000">
              <a:schemeClr val="accent4">
                <a:hueOff val="7350668"/>
                <a:satOff val="-30583"/>
                <a:lumOff val="720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Safety / Disclaimer</a:t>
          </a:r>
          <a:endParaRPr lang="en-GB" sz="1400" kern="1200" dirty="0"/>
        </a:p>
      </dsp:txBody>
      <dsp:txXfrm>
        <a:off x="8504474" y="597563"/>
        <a:ext cx="940883" cy="1060137"/>
      </dsp:txXfrm>
    </dsp:sp>
    <dsp:sp modelId="{C8006D37-07E5-454B-B040-3E4D73AB5499}">
      <dsp:nvSpPr>
        <dsp:cNvPr id="0" name=""/>
        <dsp:cNvSpPr/>
      </dsp:nvSpPr>
      <dsp:spPr>
        <a:xfrm>
          <a:off x="9583158" y="993057"/>
          <a:ext cx="230080" cy="269150"/>
        </a:xfrm>
        <a:prstGeom prst="rightArrow">
          <a:avLst>
            <a:gd name="adj1" fmla="val 60000"/>
            <a:gd name="adj2" fmla="val 50000"/>
          </a:avLst>
        </a:prstGeom>
        <a:gradFill rotWithShape="0">
          <a:gsLst>
            <a:gs pos="0">
              <a:schemeClr val="accent4">
                <a:hueOff val="8400764"/>
                <a:satOff val="-34952"/>
                <a:lumOff val="8235"/>
                <a:alphaOff val="0"/>
                <a:tint val="50000"/>
                <a:satMod val="300000"/>
              </a:schemeClr>
            </a:gs>
            <a:gs pos="35000">
              <a:schemeClr val="accent4">
                <a:hueOff val="8400764"/>
                <a:satOff val="-34952"/>
                <a:lumOff val="8235"/>
                <a:alphaOff val="0"/>
                <a:tint val="37000"/>
                <a:satMod val="300000"/>
              </a:schemeClr>
            </a:gs>
            <a:gs pos="100000">
              <a:schemeClr val="accent4">
                <a:hueOff val="8400764"/>
                <a:satOff val="-34952"/>
                <a:lumOff val="8235"/>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9583158" y="1046887"/>
        <a:ext cx="161056" cy="161490"/>
      </dsp:txXfrm>
    </dsp:sp>
    <dsp:sp modelId="{0BE2C763-825E-AC41-85BE-525278126A1D}">
      <dsp:nvSpPr>
        <dsp:cNvPr id="0" name=""/>
        <dsp:cNvSpPr/>
      </dsp:nvSpPr>
      <dsp:spPr>
        <a:xfrm>
          <a:off x="9908743" y="568291"/>
          <a:ext cx="1085284" cy="1118681"/>
        </a:xfrm>
        <a:prstGeom prst="roundRect">
          <a:avLst>
            <a:gd name="adj" fmla="val 10000"/>
          </a:avLst>
        </a:prstGeom>
        <a:gradFill rotWithShape="0">
          <a:gsLst>
            <a:gs pos="0">
              <a:schemeClr val="accent4">
                <a:hueOff val="8575779"/>
                <a:satOff val="-35680"/>
                <a:lumOff val="8407"/>
                <a:alphaOff val="0"/>
                <a:tint val="50000"/>
                <a:satMod val="300000"/>
              </a:schemeClr>
            </a:gs>
            <a:gs pos="35000">
              <a:schemeClr val="accent4">
                <a:hueOff val="8575779"/>
                <a:satOff val="-35680"/>
                <a:lumOff val="8407"/>
                <a:alphaOff val="0"/>
                <a:tint val="37000"/>
                <a:satMod val="300000"/>
              </a:schemeClr>
            </a:gs>
            <a:gs pos="100000">
              <a:schemeClr val="accent4">
                <a:hueOff val="8575779"/>
                <a:satOff val="-35680"/>
                <a:lumOff val="840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Personalized Nutrition Advice</a:t>
          </a:r>
          <a:endParaRPr lang="en-GB" sz="1400" kern="1200" dirty="0"/>
        </a:p>
      </dsp:txBody>
      <dsp:txXfrm>
        <a:off x="9940530" y="600078"/>
        <a:ext cx="1021710" cy="1055107"/>
      </dsp:txXfrm>
    </dsp:sp>
    <dsp:sp modelId="{DCE67D12-A3B2-2346-AB3E-F54914155659}">
      <dsp:nvSpPr>
        <dsp:cNvPr id="0" name=""/>
        <dsp:cNvSpPr/>
      </dsp:nvSpPr>
      <dsp:spPr>
        <a:xfrm>
          <a:off x="11102556" y="993057"/>
          <a:ext cx="230080" cy="269150"/>
        </a:xfrm>
        <a:prstGeom prst="rightArrow">
          <a:avLst>
            <a:gd name="adj1" fmla="val 60000"/>
            <a:gd name="adj2" fmla="val 50000"/>
          </a:avLst>
        </a:prstGeom>
        <a:gradFill rotWithShape="0">
          <a:gsLst>
            <a:gs pos="0">
              <a:schemeClr val="accent4">
                <a:hueOff val="9800891"/>
                <a:satOff val="-40777"/>
                <a:lumOff val="9608"/>
                <a:alphaOff val="0"/>
                <a:tint val="50000"/>
                <a:satMod val="300000"/>
              </a:schemeClr>
            </a:gs>
            <a:gs pos="35000">
              <a:schemeClr val="accent4">
                <a:hueOff val="9800891"/>
                <a:satOff val="-40777"/>
                <a:lumOff val="9608"/>
                <a:alphaOff val="0"/>
                <a:tint val="37000"/>
                <a:satMod val="300000"/>
              </a:schemeClr>
            </a:gs>
            <a:gs pos="100000">
              <a:schemeClr val="accent4">
                <a:hueOff val="9800891"/>
                <a:satOff val="-40777"/>
                <a:lumOff val="9608"/>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11102556" y="1046887"/>
        <a:ext cx="161056" cy="161490"/>
      </dsp:txXfrm>
    </dsp:sp>
    <dsp:sp modelId="{F840FC9E-F300-D044-91E9-CF428245BC7B}">
      <dsp:nvSpPr>
        <dsp:cNvPr id="0" name=""/>
        <dsp:cNvSpPr/>
      </dsp:nvSpPr>
      <dsp:spPr>
        <a:xfrm>
          <a:off x="11428142" y="1009864"/>
          <a:ext cx="634598" cy="235535"/>
        </a:xfrm>
        <a:prstGeom prst="roundRect">
          <a:avLst>
            <a:gd name="adj" fmla="val 10000"/>
          </a:avLst>
        </a:prstGeom>
        <a:gradFill rotWithShape="0">
          <a:gsLst>
            <a:gs pos="0">
              <a:schemeClr val="accent4">
                <a:hueOff val="9800891"/>
                <a:satOff val="-40777"/>
                <a:lumOff val="9608"/>
                <a:alphaOff val="0"/>
                <a:tint val="50000"/>
                <a:satMod val="300000"/>
              </a:schemeClr>
            </a:gs>
            <a:gs pos="35000">
              <a:schemeClr val="accent4">
                <a:hueOff val="9800891"/>
                <a:satOff val="-40777"/>
                <a:lumOff val="9608"/>
                <a:alphaOff val="0"/>
                <a:tint val="37000"/>
                <a:satMod val="300000"/>
              </a:schemeClr>
            </a:gs>
            <a:gs pos="100000">
              <a:schemeClr val="accent4">
                <a:hueOff val="9800891"/>
                <a:satOff val="-40777"/>
                <a:lumOff val="960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User</a:t>
          </a:r>
        </a:p>
      </dsp:txBody>
      <dsp:txXfrm>
        <a:off x="11435041" y="1016763"/>
        <a:ext cx="620800" cy="221737"/>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0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ltNode1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dk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0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ltNode1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dk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msg4uc@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png"/><Relationship Id="rId9" Type="http://schemas.microsoft.com/office/2007/relationships/diagramDrawing" Target="../diagrams/drawing1.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4.png"/><Relationship Id="rId7" Type="http://schemas.openxmlformats.org/officeDocument/2006/relationships/diagramQuickStyle" Target="../diagrams/quickStyle2.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5.png"/><Relationship Id="rId9" Type="http://schemas.microsoft.com/office/2007/relationships/diagramDrawing" Target="../diagrams/drawing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sg4uc/AICTE-IBM-Nutrition-Agen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61866308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Kumar Uday Charan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hlinkClick r:id="rId3"/>
                        </a:rPr>
                        <a:t>msg4uc@gmail.com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8252138490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4">
            <a:alphaModFix/>
          </a:blip>
          <a:srcRect/>
          <a:stretch/>
        </p:blipFill>
        <p:spPr>
          <a:xfrm>
            <a:off x="4057771" y="3738417"/>
            <a:ext cx="753005"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Healthcare / Nutrition &amp; Wellness AI</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AI-Powered Nutrition &amp; Dietary Guidance Agent using IBM Granite</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0" y="523220"/>
            <a:ext cx="12192000" cy="7017306"/>
          </a:xfrm>
          <a:prstGeom prst="rect">
            <a:avLst/>
          </a:prstGeom>
          <a:noFill/>
        </p:spPr>
        <p:txBody>
          <a:bodyPr wrap="square" rtlCol="0">
            <a:spAutoFit/>
          </a:bodyPr>
          <a:lstStyle/>
          <a:p>
            <a:pPr fontAlgn="base"/>
            <a:r>
              <a:rPr lang="en-US" sz="1800" b="1" dirty="0"/>
              <a:t>Problem Statement : Nutrition Agent</a:t>
            </a:r>
            <a:r>
              <a:rPr lang="en-US" sz="1800" dirty="0"/>
              <a:t> </a:t>
            </a:r>
          </a:p>
          <a:p>
            <a:pPr fontAlgn="base"/>
            <a:endParaRPr lang="en-US" sz="1800" b="1" dirty="0"/>
          </a:p>
          <a:p>
            <a:pPr fontAlgn="base"/>
            <a:r>
              <a:rPr lang="en-US" sz="1800" b="1" dirty="0"/>
              <a:t>The Challenge</a:t>
            </a:r>
            <a:r>
              <a:rPr lang="en-US" sz="1800" dirty="0"/>
              <a:t> </a:t>
            </a:r>
          </a:p>
          <a:p>
            <a:pPr fontAlgn="base"/>
            <a:r>
              <a:rPr lang="en-US" sz="1800" dirty="0"/>
              <a:t>Good nutrition is the foundation of health, but individuals often struggle with </a:t>
            </a:r>
            <a:r>
              <a:rPr lang="en-US" sz="1800" b="1" dirty="0"/>
              <a:t>diet planning, portion control, and tracking nutritional intake</a:t>
            </a:r>
            <a:r>
              <a:rPr lang="en-US" sz="1800" dirty="0"/>
              <a:t>. Information about healthy diets, disease-specific nutrition, and food composition is scattered across unreliable sources. Without </a:t>
            </a:r>
            <a:r>
              <a:rPr lang="en-US" sz="1800" b="1" dirty="0"/>
              <a:t>personalized, real-time guidance</a:t>
            </a:r>
            <a:r>
              <a:rPr lang="en-US" sz="1800" dirty="0"/>
              <a:t>, many fail to maintain balanced diets or make informed food choices. </a:t>
            </a:r>
          </a:p>
          <a:p>
            <a:pPr fontAlgn="base"/>
            <a:endParaRPr lang="en-US" sz="1800" dirty="0"/>
          </a:p>
          <a:p>
            <a:pPr fontAlgn="base"/>
            <a:r>
              <a:rPr lang="en-US" sz="1800" b="1" dirty="0"/>
              <a:t>The Objective</a:t>
            </a:r>
            <a:r>
              <a:rPr lang="en-US" sz="1800" dirty="0"/>
              <a:t> </a:t>
            </a:r>
          </a:p>
          <a:p>
            <a:pPr fontAlgn="base"/>
            <a:r>
              <a:rPr lang="en-US" sz="1800" dirty="0"/>
              <a:t>Build an </a:t>
            </a:r>
            <a:r>
              <a:rPr lang="en-US" sz="1800" b="1" dirty="0"/>
              <a:t>AI-powered Nutrition Agent</a:t>
            </a:r>
            <a:r>
              <a:rPr lang="en-US" sz="1800" dirty="0"/>
              <a:t> that delivers </a:t>
            </a:r>
            <a:r>
              <a:rPr lang="en-US" sz="1800" b="1" dirty="0"/>
              <a:t>personalized dietary insights and guidance</a:t>
            </a:r>
            <a:r>
              <a:rPr lang="en-US" sz="1800" dirty="0"/>
              <a:t> for individuals, families, and health professionals. The solution should: </a:t>
            </a:r>
          </a:p>
          <a:p>
            <a:pPr marL="285750" indent="-285750" fontAlgn="base">
              <a:buFont typeface="Arial" panose="020B0604020202020204" pitchFamily="34" charset="0"/>
              <a:buChar char="•"/>
            </a:pPr>
            <a:r>
              <a:rPr lang="en-US" sz="1800" b="1" dirty="0"/>
              <a:t>Personalized Diet Plans</a:t>
            </a:r>
            <a:r>
              <a:rPr lang="en-US" sz="1800" dirty="0"/>
              <a:t> – Recommend meals based on age, health conditions, allergies, cultural preferences, and fitness goals. </a:t>
            </a:r>
          </a:p>
          <a:p>
            <a:pPr marL="285750" indent="-285750" fontAlgn="base">
              <a:buFont typeface="Arial" panose="020B0604020202020204" pitchFamily="34" charset="0"/>
              <a:buChar char="•"/>
            </a:pPr>
            <a:r>
              <a:rPr lang="en-US" sz="1800" b="1" dirty="0"/>
              <a:t>Food Data RAG Retrieval</a:t>
            </a:r>
            <a:r>
              <a:rPr lang="en-US" sz="1800" dirty="0"/>
              <a:t> – Fetch and summarize nutritional values (calories, macros, vitamins) from reliable sources. </a:t>
            </a:r>
          </a:p>
          <a:p>
            <a:pPr marL="285750" indent="-285750" fontAlgn="base">
              <a:buFont typeface="Arial" panose="020B0604020202020204" pitchFamily="34" charset="0"/>
              <a:buChar char="•"/>
            </a:pPr>
            <a:r>
              <a:rPr lang="en-US" sz="1800" b="1" dirty="0"/>
              <a:t>Diet Tracking &amp; Feedback</a:t>
            </a:r>
            <a:r>
              <a:rPr lang="en-US" sz="1800" dirty="0"/>
              <a:t> – Allow users to log meals via text, images, or voice, and provide instant nutritional analysis. </a:t>
            </a:r>
          </a:p>
          <a:p>
            <a:pPr marL="285750" indent="-285750" fontAlgn="base">
              <a:buFont typeface="Arial" panose="020B0604020202020204" pitchFamily="34" charset="0"/>
              <a:buChar char="•"/>
            </a:pPr>
            <a:r>
              <a:rPr lang="en-US" sz="1800" b="1" dirty="0"/>
              <a:t>Preventive Health Focus</a:t>
            </a:r>
            <a:r>
              <a:rPr lang="en-US" sz="1800" dirty="0"/>
              <a:t> – Suggest diets for chronic disease management (e.g., diabetes-friendly or heart-healthy plans). </a:t>
            </a:r>
          </a:p>
          <a:p>
            <a:pPr marL="285750" indent="-285750" fontAlgn="base">
              <a:buFont typeface="Arial" panose="020B0604020202020204" pitchFamily="34" charset="0"/>
              <a:buChar char="•"/>
            </a:pPr>
            <a:r>
              <a:rPr lang="en-US" sz="1800" b="1" dirty="0"/>
              <a:t>Multi-Agent System</a:t>
            </a:r>
            <a:r>
              <a:rPr lang="en-US" sz="1800" dirty="0"/>
              <a:t> – </a:t>
            </a:r>
          </a:p>
          <a:p>
            <a:pPr marL="285750" indent="-285750" fontAlgn="base">
              <a:buFont typeface="Arial" panose="020B0604020202020204" pitchFamily="34" charset="0"/>
              <a:buChar char="•"/>
            </a:pPr>
            <a:r>
              <a:rPr lang="en-US" sz="1800" b="1" dirty="0"/>
              <a:t>Nutrition Knowledge Agent</a:t>
            </a:r>
            <a:r>
              <a:rPr lang="en-US" sz="1800" dirty="0"/>
              <a:t> (fetches nutritional data) </a:t>
            </a:r>
          </a:p>
          <a:p>
            <a:pPr marL="285750" indent="-285750" fontAlgn="base">
              <a:buFont typeface="Arial" panose="020B0604020202020204" pitchFamily="34" charset="0"/>
              <a:buChar char="•"/>
            </a:pPr>
            <a:r>
              <a:rPr lang="en-US" sz="1800" b="1" dirty="0"/>
              <a:t>Diet Recommendation Agent</a:t>
            </a:r>
            <a:r>
              <a:rPr lang="en-US" sz="1800" dirty="0"/>
              <a:t> (personalized meal plans) </a:t>
            </a:r>
          </a:p>
          <a:p>
            <a:pPr marL="285750" indent="-285750" fontAlgn="base">
              <a:buFont typeface="Arial" panose="020B0604020202020204" pitchFamily="34" charset="0"/>
              <a:buChar char="•"/>
            </a:pPr>
            <a:r>
              <a:rPr lang="en-US" sz="1800" b="1" dirty="0"/>
              <a:t>Health Advisory Agent</a:t>
            </a:r>
            <a:r>
              <a:rPr lang="en-US" sz="1800" dirty="0"/>
              <a:t> (preventive health suggestions) </a:t>
            </a:r>
          </a:p>
          <a:p>
            <a:pPr marL="285750" indent="-285750" fontAlgn="base">
              <a:buFont typeface="Arial" panose="020B0604020202020204" pitchFamily="34" charset="0"/>
              <a:buChar char="•"/>
            </a:pPr>
            <a:r>
              <a:rPr lang="en-US" sz="1800" b="1" dirty="0"/>
              <a:t>Food Log &amp; Feedback Agent</a:t>
            </a:r>
            <a:r>
              <a:rPr lang="en-US" sz="1800" dirty="0"/>
              <a:t> (meal tracking + analysis) </a:t>
            </a:r>
          </a:p>
          <a:p>
            <a:pPr marL="285750" indent="-285750" fontAlgn="base">
              <a:buFont typeface="Arial" panose="020B0604020202020204" pitchFamily="34" charset="0"/>
              <a:buChar char="•"/>
            </a:pPr>
            <a:r>
              <a:rPr lang="en-US" sz="1800" b="1" dirty="0"/>
              <a:t>Visualization Dashboard</a:t>
            </a:r>
            <a:r>
              <a:rPr lang="en-US" sz="1800" dirty="0"/>
              <a:t> – Show daily/weekly nutrient intake, deficiencies, and progress toward health goals. </a:t>
            </a:r>
          </a:p>
        </p:txBody>
      </p:sp>
      <p:sp>
        <p:nvSpPr>
          <p:cNvPr id="3" name="TextBox 2">
            <a:extLst>
              <a:ext uri="{FF2B5EF4-FFF2-40B4-BE49-F238E27FC236}">
                <a16:creationId xmlns:a16="http://schemas.microsoft.com/office/drawing/2014/main" id="{3847FA31-EA47-D27A-9D69-AF50A3080AEC}"/>
              </a:ext>
            </a:extLst>
          </p:cNvPr>
          <p:cNvSpPr txBox="1"/>
          <p:nvPr/>
        </p:nvSpPr>
        <p:spPr>
          <a:xfrm>
            <a:off x="0" y="0"/>
            <a:ext cx="7214616" cy="523220"/>
          </a:xfrm>
          <a:prstGeom prst="rect">
            <a:avLst/>
          </a:prstGeom>
          <a:noFill/>
        </p:spPr>
        <p:txBody>
          <a:bodyPr wrap="square" rtlCol="0">
            <a:spAutoFit/>
          </a:bodyPr>
          <a:lstStyle/>
          <a:p>
            <a:r>
              <a:rPr lang="en-US" sz="2400" b="1" dirty="0"/>
              <a:t>Problem </a:t>
            </a:r>
            <a:r>
              <a:rPr lang="en-US" sz="2800" b="1" dirty="0"/>
              <a:t>Statement</a:t>
            </a:r>
            <a:r>
              <a:rPr lang="en-US" sz="2400" b="1" dirty="0"/>
              <a: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0" y="595643"/>
            <a:ext cx="10607040" cy="8833187"/>
          </a:xfrm>
          <a:prstGeom prst="rect">
            <a:avLst/>
          </a:prstGeom>
          <a:noFill/>
        </p:spPr>
        <p:txBody>
          <a:bodyPr wrap="square" rtlCol="0">
            <a:spAutoFit/>
          </a:bodyPr>
          <a:lstStyle/>
          <a:p>
            <a:pPr fontAlgn="base"/>
            <a:endParaRPr lang="en-US" b="1" dirty="0"/>
          </a:p>
          <a:p>
            <a:r>
              <a:rPr lang="en-US" sz="2000" b="1" dirty="0"/>
              <a:t>Proposed Solution: AI-Powered Nutrition Agent</a:t>
            </a:r>
          </a:p>
          <a:p>
            <a:r>
              <a:rPr lang="en-US" sz="2000" dirty="0"/>
              <a:t>The proposed solution is a </a:t>
            </a:r>
            <a:r>
              <a:rPr lang="en-US" sz="2000" b="1" dirty="0"/>
              <a:t>multi-agent AI-powered Nutrition Agent</a:t>
            </a:r>
            <a:r>
              <a:rPr lang="en-US" sz="2000" dirty="0"/>
              <a:t> built using </a:t>
            </a:r>
            <a:r>
              <a:rPr lang="en-US" sz="2000" b="1" dirty="0" err="1"/>
              <a:t>LangFlow</a:t>
            </a:r>
            <a:r>
              <a:rPr lang="en-US" sz="2000" b="1" dirty="0"/>
              <a:t>, IBM </a:t>
            </a:r>
            <a:r>
              <a:rPr lang="en-US" sz="2000" b="1" dirty="0" err="1"/>
              <a:t>watsonx.ai</a:t>
            </a:r>
            <a:r>
              <a:rPr lang="en-US" sz="2000" b="1" dirty="0"/>
              <a:t>, and Granite Models</a:t>
            </a:r>
            <a:r>
              <a:rPr lang="en-US" sz="2000" dirty="0"/>
              <a:t> to provide personalized, real-time dietary guidance. The system addresses challenges in diet planning, nutrition tracking, and preventive healthcare through an intelligent, modular architecture.</a:t>
            </a:r>
          </a:p>
          <a:p>
            <a:r>
              <a:rPr lang="en-US" sz="2000" dirty="0"/>
              <a:t>At its core, the solution uses a </a:t>
            </a:r>
            <a:r>
              <a:rPr lang="en-US" sz="2000" b="1" dirty="0"/>
              <a:t>Retrieval-Augmented Generation (RAG)</a:t>
            </a:r>
            <a:r>
              <a:rPr lang="en-US" sz="2000"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sz="2000" dirty="0"/>
              <a:t>The system consists of four key agents:</a:t>
            </a:r>
          </a:p>
          <a:p>
            <a:r>
              <a:rPr lang="en-US" sz="2000" b="1" dirty="0"/>
              <a:t>Nutrition Knowledge Agent</a:t>
            </a:r>
            <a:r>
              <a:rPr lang="en-US" sz="2000" dirty="0"/>
              <a:t> retrieves and summarizes nutritional information using RAG. </a:t>
            </a:r>
          </a:p>
          <a:p>
            <a:r>
              <a:rPr lang="en-US" sz="2000" b="1" dirty="0"/>
              <a:t>Diet Recommendation Agent</a:t>
            </a:r>
            <a:r>
              <a:rPr lang="en-US" sz="2000" dirty="0"/>
              <a:t> generates personalized meal plans based on user inputs such as age, health conditions, dietary preferences, and fitness goals. </a:t>
            </a:r>
          </a:p>
          <a:p>
            <a:r>
              <a:rPr lang="en-US" sz="2000" b="1" dirty="0"/>
              <a:t>Health Advisory Agent</a:t>
            </a:r>
            <a:r>
              <a:rPr lang="en-US" sz="2000" dirty="0"/>
              <a:t> provides preventive health suggestions, including disease-specific diets (e.g., diabetes-friendly or heart-healthy plans). </a:t>
            </a:r>
          </a:p>
          <a:p>
            <a:r>
              <a:rPr lang="en-US" sz="2000" b="1" dirty="0"/>
              <a:t>Food Log &amp; Feedback Agent</a:t>
            </a:r>
            <a:r>
              <a:rPr lang="en-US" sz="2000" dirty="0"/>
              <a:t> allows users to log meals via text, voice, or images and delivers instant nutritional analysis with actionable feedback. </a:t>
            </a:r>
          </a:p>
          <a:p>
            <a:r>
              <a:rPr lang="en-US" sz="2000" dirty="0"/>
              <a:t>The solution includes a </a:t>
            </a:r>
            <a:r>
              <a:rPr lang="en-US" sz="2000" b="1" dirty="0"/>
              <a:t>user-friendly dashboard</a:t>
            </a:r>
            <a:r>
              <a:rPr lang="en-US" sz="2000" dirty="0"/>
              <a:t> (built with </a:t>
            </a:r>
            <a:r>
              <a:rPr lang="en-US" sz="2000" dirty="0" err="1"/>
              <a:t>Streamlit</a:t>
            </a:r>
            <a:r>
              <a:rPr lang="en-US" sz="2000" dirty="0"/>
              <a:t> or React) that visualizes daily and weekly nutrient intake, highlights deficiencies, and tracks progress toward health goals.</a:t>
            </a:r>
          </a:p>
          <a:p>
            <a:r>
              <a:rPr lang="en-US" sz="2000" dirty="0" err="1"/>
              <a:t>LangFlow</a:t>
            </a:r>
            <a:r>
              <a:rPr lang="en-US" sz="2000" dirty="0"/>
              <a:t> is used to orchestrate agent workflows, while </a:t>
            </a:r>
            <a:r>
              <a:rPr lang="en-US" sz="2000" dirty="0" err="1"/>
              <a:t>watsonx.ai</a:t>
            </a:r>
            <a:r>
              <a:rPr lang="en-US" sz="2000" dirty="0"/>
              <a:t> ensures scalable model deployment, embeddings, and AI governance. Granite models power reasoning, summarization, and personalization.</a:t>
            </a:r>
          </a:p>
          <a:p>
            <a:r>
              <a:rPr lang="en-US" sz="2000" dirty="0"/>
              <a:t>Overall, this solution delivers an </a:t>
            </a:r>
            <a:r>
              <a:rPr lang="en-US" sz="2000" b="1" dirty="0"/>
              <a:t>end-to-end intelligent nutrition assistant</a:t>
            </a:r>
            <a:r>
              <a:rPr lang="en-US" sz="2000" dirty="0"/>
              <a:t> that promotes healthier lifestyles through personalized insights, real-time feedback, and preventive healthcare recommendations.</a:t>
            </a:r>
          </a:p>
          <a:p>
            <a:pPr fontAlgn="base"/>
            <a:endParaRPr lang="en-US" sz="2000"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112609" y="303256"/>
            <a:ext cx="7214616" cy="584775"/>
          </a:xfrm>
          <a:prstGeom prst="rect">
            <a:avLst/>
          </a:prstGeom>
          <a:noFill/>
        </p:spPr>
        <p:txBody>
          <a:bodyPr wrap="square" rtlCol="0">
            <a:spAutoFit/>
          </a:bodyPr>
          <a:lstStyle/>
          <a:p>
            <a:r>
              <a:rPr lang="en-US" sz="3200" b="1" dirty="0"/>
              <a:t>Proposed</a:t>
            </a:r>
            <a:r>
              <a:rPr lang="en-US" sz="2400" b="1" dirty="0"/>
              <a:t> </a:t>
            </a:r>
            <a:r>
              <a:rPr lang="en-US" sz="2800" b="1" dirty="0"/>
              <a:t>Solution</a:t>
            </a:r>
            <a:r>
              <a:rPr lang="en-US" sz="2400" b="1" dirty="0"/>
              <a:t>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a:t>
            </a:r>
            <a:r>
              <a:rPr lang="en-US" sz="2400" b="1" dirty="0"/>
              <a:t>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016758"/>
          </a:xfrm>
          <a:prstGeom prst="rect">
            <a:avLst/>
          </a:prstGeom>
          <a:noFill/>
        </p:spPr>
        <p:txBody>
          <a:bodyPr wrap="square" rtlCol="0">
            <a:spAutoFit/>
          </a:bodyPr>
          <a:lstStyle/>
          <a:p>
            <a:pPr marL="285750" indent="-285750">
              <a:buFont typeface="Arial" panose="020B0604020202020204" pitchFamily="34" charset="0"/>
              <a:buChar char="•"/>
            </a:pPr>
            <a:r>
              <a:rPr lang="en-US" sz="2000" b="1" dirty="0" err="1"/>
              <a:t>Langflow</a:t>
            </a:r>
            <a:r>
              <a:rPr lang="en-US" sz="2000" b="1" dirty="0"/>
              <a:t> platform </a:t>
            </a:r>
            <a:r>
              <a:rPr lang="en-US" sz="2000" dirty="0"/>
              <a:t>-For designing and orchestrating multi-agent workflows visually</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a:t>
            </a:r>
            <a:r>
              <a:rPr lang="en-US" sz="2000" b="1" dirty="0" err="1"/>
              <a:t>Grainte</a:t>
            </a:r>
            <a:r>
              <a:rPr lang="en-US" sz="2000" b="1" dirty="0"/>
              <a:t> model </a:t>
            </a:r>
            <a:r>
              <a:rPr lang="en-US" sz="2000" dirty="0"/>
              <a:t>-  for </a:t>
            </a:r>
            <a:r>
              <a:rPr lang="en-US" sz="2000" dirty="0" err="1"/>
              <a:t>eg</a:t>
            </a:r>
            <a:r>
              <a:rPr lang="en-US" sz="2000" dirty="0"/>
              <a:t> – ibm-granite-3-2-8b – For natural language understanding, reasoning, and personalization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Cloud </a:t>
            </a:r>
            <a:r>
              <a:rPr lang="en-US" sz="2000" dirty="0"/>
              <a:t>– It provides the infrastructure to build, deploy, and scale the Nutrition Agent efficiently. IBM Cloud enables a </a:t>
            </a:r>
            <a:r>
              <a:rPr lang="en-US" sz="2000" b="1" dirty="0"/>
              <a:t>reliable, secure, and scalable environment</a:t>
            </a:r>
            <a:r>
              <a:rPr lang="en-US" sz="2000" dirty="0"/>
              <a:t> for deploying the Nutrition Agent.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RAG– </a:t>
            </a:r>
            <a:r>
              <a:rPr lang="en-US" sz="2000" dirty="0"/>
              <a:t>RAG to </a:t>
            </a:r>
            <a:r>
              <a:rPr lang="en-US" sz="2000" b="1" dirty="0"/>
              <a:t>fetch real data first, then generate intelligent answers</a:t>
            </a:r>
            <a:r>
              <a:rPr lang="en-US" sz="2000" dirty="0"/>
              <a:t>, making the Nutrition Agent more trustworthy and effective.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a:t>
            </a:r>
            <a:r>
              <a:rPr lang="en-US" sz="2000" b="1" dirty="0" err="1"/>
              <a:t>Watsonx.ai</a:t>
            </a:r>
            <a:r>
              <a:rPr lang="en-US" sz="2000" b="1" dirty="0"/>
              <a:t> - </a:t>
            </a:r>
            <a:r>
              <a:rPr lang="en-US" sz="2000" dirty="0"/>
              <a:t>For model deployment, embeddings, and AI governance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IN" sz="2000" b="1" dirty="0"/>
              <a:t>Vector Database </a:t>
            </a:r>
            <a:r>
              <a:rPr lang="en-IN" sz="2000" dirty="0"/>
              <a:t>(FAISS/Chroma) – For RAG-based nutritional data retrieval</a:t>
            </a:r>
            <a:endParaRPr lang="en-US" sz="20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185761"/>
          </a:xfrm>
          <a:prstGeom prst="rect">
            <a:avLst/>
          </a:prstGeom>
          <a:noFill/>
        </p:spPr>
        <p:txBody>
          <a:bodyPr wrap="square" rtlCol="0">
            <a:spAutoFit/>
          </a:bodyPr>
          <a:lstStyle/>
          <a:p>
            <a:endParaRPr lang="en-US" dirty="0"/>
          </a:p>
          <a:p>
            <a:r>
              <a:rPr lang="en-US" sz="1800" b="1" dirty="0"/>
              <a:t>1) Chat Input </a:t>
            </a:r>
            <a:r>
              <a:rPr lang="en-US" sz="1800" dirty="0"/>
              <a:t>– Interface where users enter their queries, preferences, or meal details (text/voice/image).</a:t>
            </a:r>
          </a:p>
          <a:p>
            <a:endParaRPr lang="en-US" sz="1800" dirty="0"/>
          </a:p>
          <a:p>
            <a:r>
              <a:rPr lang="en-US" sz="1800" b="1" dirty="0"/>
              <a:t>2) IBM </a:t>
            </a:r>
            <a:r>
              <a:rPr lang="en-US" sz="1800" b="1" dirty="0" err="1"/>
              <a:t>watsonx</a:t>
            </a:r>
            <a:r>
              <a:rPr lang="en-US" sz="1800" b="1" dirty="0"/>
              <a:t> AI Agent </a:t>
            </a:r>
            <a:r>
              <a:rPr lang="en-US" sz="1800" dirty="0"/>
              <a:t>- Processes user input using Granite models to generate personalized nutrition insights and recommendations. </a:t>
            </a:r>
          </a:p>
          <a:p>
            <a:endParaRPr lang="en-US" sz="1800" dirty="0"/>
          </a:p>
          <a:p>
            <a:r>
              <a:rPr lang="en-US" sz="1800" b="1" dirty="0"/>
              <a:t>3) Name of IBM Granite model - </a:t>
            </a:r>
            <a:r>
              <a:rPr lang="en-US" sz="1800" dirty="0"/>
              <a:t>Granite-4.0-8B-Instruct → Fast, efficient for real-time diet recommendations</a:t>
            </a:r>
          </a:p>
          <a:p>
            <a:endParaRPr lang="en-US" sz="1800" dirty="0"/>
          </a:p>
          <a:p>
            <a:r>
              <a:rPr lang="en-US" sz="1800" b="1" dirty="0"/>
              <a:t>4) Chat output -</a:t>
            </a:r>
            <a:r>
              <a:rPr lang="en-US" sz="1800" dirty="0"/>
              <a:t>Displays AI-generated responses such as diet plans, nutritional analysis, and health suggestions. </a:t>
            </a:r>
          </a:p>
          <a:p>
            <a:endParaRPr lang="en-US" sz="1800" dirty="0"/>
          </a:p>
          <a:p>
            <a:r>
              <a:rPr lang="en-US" sz="1800" b="1" dirty="0"/>
              <a:t>5) </a:t>
            </a:r>
            <a:r>
              <a:rPr lang="en-US" sz="1800" b="1" dirty="0">
                <a:highlight>
                  <a:srgbClr val="FFFF00"/>
                </a:highlight>
              </a:rPr>
              <a:t>File component - </a:t>
            </a:r>
            <a:r>
              <a:rPr lang="en-US" sz="1800" dirty="0">
                <a:highlight>
                  <a:srgbClr val="FFFF00"/>
                </a:highlight>
              </a:rPr>
              <a:t>Stores and retrieves user data, meal logs, and nutritional datasets for analysis and tracking.</a:t>
            </a:r>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800" b="1" dirty="0">
                <a:sym typeface="Times New Roman"/>
              </a:rPr>
              <a:t>workflow</a:t>
            </a:r>
            <a:r>
              <a:rPr lang="en-US" sz="2400" b="1" dirty="0">
                <a:sym typeface="Times New Roman"/>
              </a:rPr>
              <a:t> -</a:t>
            </a:r>
            <a:endParaRPr sz="2400" b="1" dirty="0">
              <a:sym typeface="Times New Roman"/>
            </a:endParaRPr>
          </a:p>
        </p:txBody>
      </p:sp>
      <p:pic>
        <p:nvPicPr>
          <p:cNvPr id="4" name="Picture 3">
            <a:extLst>
              <a:ext uri="{FF2B5EF4-FFF2-40B4-BE49-F238E27FC236}">
                <a16:creationId xmlns:a16="http://schemas.microsoft.com/office/drawing/2014/main" id="{C597681A-DF93-B190-DD21-CBAEDA4E3CBF}"/>
              </a:ext>
            </a:extLst>
          </p:cNvPr>
          <p:cNvPicPr>
            <a:picLocks noChangeAspect="1"/>
          </p:cNvPicPr>
          <p:nvPr/>
        </p:nvPicPr>
        <p:blipFill>
          <a:blip r:embed="rId3"/>
          <a:srcRect/>
          <a:stretch/>
        </p:blipFill>
        <p:spPr>
          <a:xfrm>
            <a:off x="134737" y="898742"/>
            <a:ext cx="6891520" cy="2756608"/>
          </a:xfrm>
          <a:prstGeom prst="rect">
            <a:avLst/>
          </a:prstGeom>
        </p:spPr>
      </p:pic>
      <p:pic>
        <p:nvPicPr>
          <p:cNvPr id="5" name="Picture 4">
            <a:extLst>
              <a:ext uri="{FF2B5EF4-FFF2-40B4-BE49-F238E27FC236}">
                <a16:creationId xmlns:a16="http://schemas.microsoft.com/office/drawing/2014/main" id="{8CBE4816-D0DF-9ACE-312F-5A9DE6B78A8D}"/>
              </a:ext>
            </a:extLst>
          </p:cNvPr>
          <p:cNvPicPr>
            <a:picLocks noChangeAspect="1"/>
          </p:cNvPicPr>
          <p:nvPr/>
        </p:nvPicPr>
        <p:blipFill>
          <a:blip r:embed="rId4"/>
          <a:stretch>
            <a:fillRect/>
          </a:stretch>
        </p:blipFill>
        <p:spPr>
          <a:xfrm>
            <a:off x="398904" y="3598861"/>
            <a:ext cx="5014060" cy="3259139"/>
          </a:xfrm>
          <a:prstGeom prst="rect">
            <a:avLst/>
          </a:prstGeom>
        </p:spPr>
      </p:pic>
      <p:graphicFrame>
        <p:nvGraphicFramePr>
          <p:cNvPr id="10" name="Diagram 9">
            <a:extLst>
              <a:ext uri="{FF2B5EF4-FFF2-40B4-BE49-F238E27FC236}">
                <a16:creationId xmlns:a16="http://schemas.microsoft.com/office/drawing/2014/main" id="{46AD1150-6435-E27B-3110-3083406D8F2E}"/>
              </a:ext>
            </a:extLst>
          </p:cNvPr>
          <p:cNvGraphicFramePr/>
          <p:nvPr>
            <p:extLst>
              <p:ext uri="{D42A27DB-BD31-4B8C-83A1-F6EECF244321}">
                <p14:modId xmlns:p14="http://schemas.microsoft.com/office/powerpoint/2010/main" val="2330551947"/>
              </p:ext>
            </p:extLst>
          </p:nvPr>
        </p:nvGraphicFramePr>
        <p:xfrm>
          <a:off x="8066762" y="323239"/>
          <a:ext cx="2693372" cy="609008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800" b="1">
                <a:solidFill>
                  <a:schemeClr val="dk1"/>
                </a:solidFill>
                <a:latin typeface="Calibri"/>
                <a:ea typeface="Calibri"/>
                <a:cs typeface="Calibri"/>
                <a:sym typeface="Calibri"/>
              </a:rPr>
              <a:t>Architecture blueprint</a:t>
            </a:r>
            <a:endParaRPr lang="en-US" sz="28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rcRect/>
          <a:stretch/>
        </p:blipFill>
        <p:spPr>
          <a:xfrm>
            <a:off x="236792" y="986425"/>
            <a:ext cx="5625389" cy="3656503"/>
          </a:xfrm>
          <a:prstGeom prst="rect">
            <a:avLst/>
          </a:prstGeom>
        </p:spPr>
      </p:pic>
      <p:pic>
        <p:nvPicPr>
          <p:cNvPr id="5" name="Picture 4">
            <a:extLst>
              <a:ext uri="{FF2B5EF4-FFF2-40B4-BE49-F238E27FC236}">
                <a16:creationId xmlns:a16="http://schemas.microsoft.com/office/drawing/2014/main" id="{0F9ADBA3-A1A4-FE77-8075-4717B6A783E0}"/>
              </a:ext>
            </a:extLst>
          </p:cNvPr>
          <p:cNvPicPr>
            <a:picLocks noChangeAspect="1"/>
          </p:cNvPicPr>
          <p:nvPr/>
        </p:nvPicPr>
        <p:blipFill>
          <a:blip r:embed="rId4"/>
          <a:stretch>
            <a:fillRect/>
          </a:stretch>
        </p:blipFill>
        <p:spPr>
          <a:xfrm>
            <a:off x="6186973" y="893575"/>
            <a:ext cx="5768235" cy="3749353"/>
          </a:xfrm>
          <a:prstGeom prst="rect">
            <a:avLst/>
          </a:prstGeom>
        </p:spPr>
      </p:pic>
      <p:graphicFrame>
        <p:nvGraphicFramePr>
          <p:cNvPr id="6" name="Diagram 5">
            <a:extLst>
              <a:ext uri="{FF2B5EF4-FFF2-40B4-BE49-F238E27FC236}">
                <a16:creationId xmlns:a16="http://schemas.microsoft.com/office/drawing/2014/main" id="{0F73C8E4-1A4B-EA50-71DC-16025B737669}"/>
              </a:ext>
            </a:extLst>
          </p:cNvPr>
          <p:cNvGraphicFramePr/>
          <p:nvPr>
            <p:extLst>
              <p:ext uri="{D42A27DB-BD31-4B8C-83A1-F6EECF244321}">
                <p14:modId xmlns:p14="http://schemas.microsoft.com/office/powerpoint/2010/main" val="801421104"/>
              </p:ext>
            </p:extLst>
          </p:nvPr>
        </p:nvGraphicFramePr>
        <p:xfrm>
          <a:off x="58455" y="4743942"/>
          <a:ext cx="12075090" cy="225526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23220"/>
          </a:xfrm>
          <a:prstGeom prst="rect">
            <a:avLst/>
          </a:prstGeom>
          <a:noFill/>
        </p:spPr>
        <p:txBody>
          <a:bodyPr wrap="square" rtlCol="0">
            <a:spAutoFit/>
          </a:bodyPr>
          <a:lstStyle/>
          <a:p>
            <a:r>
              <a:rPr lang="en-US" sz="2800" b="1"/>
              <a:t>Role of Agentic AI in the solution </a:t>
            </a:r>
            <a:endParaRPr lang="en-IN" sz="28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078313"/>
          </a:xfrm>
          <a:prstGeom prst="rect">
            <a:avLst/>
          </a:prstGeom>
          <a:noFill/>
        </p:spPr>
        <p:txBody>
          <a:bodyPr wrap="square" rtlCol="0">
            <a:spAutoFit/>
          </a:bodyPr>
          <a:lstStyle/>
          <a:p>
            <a:r>
              <a:rPr lang="en-US" sz="1800" b="1" dirty="0"/>
              <a:t>Role of Agentic AI in Nutrition Agent</a:t>
            </a:r>
          </a:p>
          <a:p>
            <a:r>
              <a:rPr lang="en-US" sz="1800" b="1" dirty="0"/>
              <a:t>Agentic AI</a:t>
            </a:r>
            <a:r>
              <a:rPr lang="en-US" sz="1800" dirty="0"/>
              <a:t> enables the Nutrition Agent to function as an intelligent, autonomous system rather than a simple chatbot. Using </a:t>
            </a:r>
            <a:r>
              <a:rPr lang="en-US" sz="1800" b="1" dirty="0"/>
              <a:t>IBM </a:t>
            </a:r>
            <a:r>
              <a:rPr lang="en-US" sz="1800" b="1" dirty="0" err="1"/>
              <a:t>watsonx.ai</a:t>
            </a:r>
            <a:r>
              <a:rPr lang="en-US" sz="1800" dirty="0"/>
              <a:t> and </a:t>
            </a:r>
            <a:r>
              <a:rPr lang="en-US" sz="1800" b="1" dirty="0"/>
              <a:t>IBM Granite models</a:t>
            </a:r>
            <a:r>
              <a:rPr lang="en-US" sz="1800" dirty="0"/>
              <a:t>, it coordinates multiple specialized agents to deliver personalized nutrition guidance.</a:t>
            </a:r>
          </a:p>
          <a:p>
            <a:r>
              <a:rPr lang="en-US" sz="1800" dirty="0"/>
              <a:t>Each agent performs a specific role—such as retrieving nutritional data, generating diet plans, providing health advice, and analyzing food logs—while working collaboratively. This </a:t>
            </a:r>
            <a:r>
              <a:rPr lang="en-US" sz="1800" b="1" dirty="0"/>
              <a:t>multi-agent approach</a:t>
            </a:r>
            <a:r>
              <a:rPr lang="en-US" sz="1800" dirty="0"/>
              <a:t> ensures efficient task execution and accurate results.</a:t>
            </a:r>
          </a:p>
          <a:p>
            <a:r>
              <a:rPr lang="en-US" sz="1800" dirty="0"/>
              <a:t>Agentic AI also brings </a:t>
            </a:r>
            <a:r>
              <a:rPr lang="en-US" sz="1800" b="1" dirty="0"/>
              <a:t>context awareness</a:t>
            </a:r>
            <a:r>
              <a:rPr lang="en-US" sz="1800" dirty="0"/>
              <a:t>, understanding user details like age, health conditions, and fitness goals to generate tailored recommendations. It supports </a:t>
            </a:r>
            <a:r>
              <a:rPr lang="en-US" sz="1800" b="1" dirty="0"/>
              <a:t>real-time adaptation</a:t>
            </a:r>
            <a:r>
              <a:rPr lang="en-US" sz="1800" dirty="0"/>
              <a:t>, continuously updating suggestions based on user inputs like daily meals.</a:t>
            </a:r>
          </a:p>
          <a:p>
            <a:r>
              <a:rPr lang="en-US" sz="1800" dirty="0"/>
              <a:t>Additionally, agents communicate with each other, enabling better decision-making and improved outcomes.</a:t>
            </a:r>
          </a:p>
          <a:p>
            <a:r>
              <a:rPr lang="en-US" sz="1800" dirty="0"/>
              <a:t>Overall, Agentic AI makes the system proactive, personalized, and goal-driven, acting like a </a:t>
            </a:r>
            <a:r>
              <a:rPr lang="en-US" sz="1800" b="1" dirty="0"/>
              <a:t>smart digital nutritionist</a:t>
            </a:r>
            <a:r>
              <a:rPr lang="en-US" sz="1800"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79417" y="-61548"/>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Token</a:t>
            </a:r>
            <a:r>
              <a:rPr lang="en-US" sz="2400" b="1" dirty="0">
                <a:sym typeface="Times New Roman"/>
              </a:rPr>
              <a:t> </a:t>
            </a:r>
            <a:r>
              <a:rPr lang="en-US" sz="2800" b="1" dirty="0">
                <a:sym typeface="Times New Roman"/>
              </a:rPr>
              <a:t>Usage</a:t>
            </a:r>
            <a:r>
              <a:rPr lang="en-US" sz="2400" b="1" dirty="0">
                <a:sym typeface="Times New Roman"/>
              </a:rPr>
              <a:t>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283616" y="757780"/>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t>561</a:t>
            </a:r>
            <a:r>
              <a:rPr lang="en-US" dirty="0"/>
              <a:t> token are used</a:t>
            </a:r>
          </a:p>
        </p:txBody>
      </p:sp>
      <p:pic>
        <p:nvPicPr>
          <p:cNvPr id="12" name="Picture 11">
            <a:extLst>
              <a:ext uri="{FF2B5EF4-FFF2-40B4-BE49-F238E27FC236}">
                <a16:creationId xmlns:a16="http://schemas.microsoft.com/office/drawing/2014/main" id="{3E29AF1D-88C4-87E5-74DF-4E97121E06CE}"/>
              </a:ext>
            </a:extLst>
          </p:cNvPr>
          <p:cNvPicPr>
            <a:picLocks noChangeAspect="1"/>
          </p:cNvPicPr>
          <p:nvPr/>
        </p:nvPicPr>
        <p:blipFill>
          <a:blip r:embed="rId3"/>
          <a:srcRect/>
          <a:stretch/>
        </p:blipFill>
        <p:spPr>
          <a:xfrm>
            <a:off x="464101" y="2453591"/>
            <a:ext cx="5571585" cy="3621531"/>
          </a:xfrm>
          <a:prstGeom prst="rect">
            <a:avLst/>
          </a:prstGeom>
        </p:spPr>
      </p:pic>
      <p:pic>
        <p:nvPicPr>
          <p:cNvPr id="13" name="Picture 12">
            <a:extLst>
              <a:ext uri="{FF2B5EF4-FFF2-40B4-BE49-F238E27FC236}">
                <a16:creationId xmlns:a16="http://schemas.microsoft.com/office/drawing/2014/main" id="{C81444F5-0692-DD67-1759-70821E53B029}"/>
              </a:ext>
            </a:extLst>
          </p:cNvPr>
          <p:cNvPicPr>
            <a:picLocks noChangeAspect="1"/>
          </p:cNvPicPr>
          <p:nvPr/>
        </p:nvPicPr>
        <p:blipFill>
          <a:blip r:embed="rId4"/>
          <a:srcRect/>
          <a:stretch/>
        </p:blipFill>
        <p:spPr>
          <a:xfrm>
            <a:off x="6387393" y="2453592"/>
            <a:ext cx="5571584" cy="362153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125260" y="108851"/>
            <a:ext cx="7123176" cy="523220"/>
          </a:xfrm>
          <a:prstGeom prst="rect">
            <a:avLst/>
          </a:prstGeom>
          <a:noFill/>
        </p:spPr>
        <p:txBody>
          <a:bodyPr wrap="square" rtlCol="0">
            <a:spAutoFit/>
          </a:bodyPr>
          <a:lstStyle/>
          <a:p>
            <a:r>
              <a:rPr lang="en-US" sz="2800" b="1" dirty="0"/>
              <a:t>Novelty</a:t>
            </a:r>
            <a:r>
              <a:rPr lang="en-US" sz="2400" b="1" dirty="0"/>
              <a:t> </a:t>
            </a:r>
            <a:r>
              <a:rPr lang="en-US" sz="2800" b="1" dirty="0"/>
              <a:t>and</a:t>
            </a:r>
            <a:r>
              <a:rPr lang="en-US" sz="2400" b="1" dirty="0"/>
              <a:t> </a:t>
            </a:r>
            <a:r>
              <a:rPr lang="en-US" sz="2800" b="1" dirty="0"/>
              <a:t>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119018" y="781123"/>
            <a:ext cx="11953964" cy="5847755"/>
          </a:xfrm>
          <a:prstGeom prst="rect">
            <a:avLst/>
          </a:prstGeom>
          <a:noFill/>
        </p:spPr>
        <p:txBody>
          <a:bodyPr wrap="square" rtlCol="0">
            <a:spAutoFit/>
          </a:bodyPr>
          <a:lstStyle/>
          <a:p>
            <a:r>
              <a:rPr lang="en-IN" sz="2000" dirty="0"/>
              <a:t>The proposed Nutrition Agent stands out by combining </a:t>
            </a:r>
            <a:r>
              <a:rPr lang="en-IN" sz="2000" b="1" dirty="0"/>
              <a:t>Agentic AI, RAG, and personalization</a:t>
            </a:r>
            <a:r>
              <a:rPr lang="en-IN" sz="2000" dirty="0"/>
              <a:t> into a single intelligent system.</a:t>
            </a:r>
          </a:p>
          <a:p>
            <a:endParaRPr lang="en-IN" sz="2000" dirty="0"/>
          </a:p>
          <a:p>
            <a:r>
              <a:rPr lang="en-IN" sz="2000" b="1" dirty="0"/>
              <a:t>Multi-Agent Intelligence</a:t>
            </a:r>
            <a:r>
              <a:rPr lang="en-IN" sz="2000" dirty="0"/>
              <a:t> – Instead of a single chatbot, multiple specialized agents collaborate to deliver accurate and context-aware nutrition guidance. </a:t>
            </a:r>
          </a:p>
          <a:p>
            <a:r>
              <a:rPr lang="en-IN" sz="2000" b="1" dirty="0"/>
              <a:t>RAG-Based Accuracy</a:t>
            </a:r>
            <a:r>
              <a:rPr lang="en-IN" sz="2000" dirty="0"/>
              <a:t> – Integrates real-time data retrieval with AI generation, reducing misinformation and ensuring trustworthy recommendations. </a:t>
            </a:r>
          </a:p>
          <a:p>
            <a:r>
              <a:rPr lang="en-IN" sz="2000" b="1" dirty="0"/>
              <a:t>Hyper-Personalization</a:t>
            </a:r>
            <a:r>
              <a:rPr lang="en-IN" sz="2000" dirty="0"/>
              <a:t> – Tailors diet plans based on health conditions, cultural preferences, and fitness goals. </a:t>
            </a:r>
          </a:p>
          <a:p>
            <a:r>
              <a:rPr lang="en-IN" sz="2000" b="1" dirty="0"/>
              <a:t>Real-Time Feedback Loop</a:t>
            </a:r>
            <a:r>
              <a:rPr lang="en-IN" sz="2000" dirty="0"/>
              <a:t> – Continuously adapts recommendations based on daily food logs and user </a:t>
            </a:r>
            <a:r>
              <a:rPr lang="en-IN" sz="2000" dirty="0" err="1"/>
              <a:t>behavior</a:t>
            </a:r>
            <a:r>
              <a:rPr lang="en-IN" sz="2000" dirty="0"/>
              <a:t>. </a:t>
            </a:r>
          </a:p>
          <a:p>
            <a:r>
              <a:rPr lang="en-IN" sz="2000" b="1" dirty="0"/>
              <a:t>Multi-Modal Input</a:t>
            </a:r>
            <a:r>
              <a:rPr lang="en-IN" sz="2000" dirty="0"/>
              <a:t> – Supports text, voice, and image-based meal tracking for better usability. </a:t>
            </a:r>
          </a:p>
          <a:p>
            <a:r>
              <a:rPr lang="en-IN" sz="2000" b="1" dirty="0"/>
              <a:t>Preventive Healthcare Focus</a:t>
            </a:r>
            <a:r>
              <a:rPr lang="en-IN" sz="2000" dirty="0"/>
              <a:t> – Goes beyond diet planning to provide disease-specific nutrition advice. </a:t>
            </a:r>
          </a:p>
          <a:p>
            <a:r>
              <a:rPr lang="en-IN" sz="2000" b="1" dirty="0"/>
              <a:t>Scalable &amp; Enterprise-Ready</a:t>
            </a:r>
            <a:r>
              <a:rPr lang="en-IN" sz="2000" dirty="0"/>
              <a:t> – Built on </a:t>
            </a:r>
            <a:r>
              <a:rPr lang="en-IN" sz="2000" b="1" dirty="0"/>
              <a:t>IBM </a:t>
            </a:r>
            <a:r>
              <a:rPr lang="en-IN" sz="2000" b="1" dirty="0" err="1"/>
              <a:t>watsonx.ai</a:t>
            </a:r>
            <a:r>
              <a:rPr lang="en-IN" sz="2000" dirty="0"/>
              <a:t> with </a:t>
            </a:r>
            <a:r>
              <a:rPr lang="en-IN" sz="2000" b="1" dirty="0"/>
              <a:t>IBM Granite models</a:t>
            </a:r>
            <a:r>
              <a:rPr lang="en-IN" sz="2000" dirty="0"/>
              <a:t>, ensuring reliability and governance. </a:t>
            </a:r>
          </a:p>
          <a:p>
            <a:endParaRPr lang="en-IN" sz="2000" dirty="0"/>
          </a:p>
          <a:p>
            <a:r>
              <a:rPr lang="en-IN" sz="2000" dirty="0"/>
              <a:t>This makes the solution a </a:t>
            </a:r>
            <a:r>
              <a:rPr lang="en-IN" sz="2000" b="1" dirty="0"/>
              <a:t>smart, adaptive, and proactive digital nutritionist</a:t>
            </a:r>
            <a:r>
              <a:rPr lang="en-IN" sz="2000" dirty="0"/>
              <a:t>, not just a static diet recommendation tool.</a:t>
            </a:r>
            <a:endParaRPr lang="en-US" sz="1600"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7039B7CC-68B6-FAC7-BAE5-DE41D4DB7D4A}"/>
              </a:ext>
            </a:extLst>
          </p:cNvPr>
          <p:cNvSpPr txBox="1"/>
          <p:nvPr/>
        </p:nvSpPr>
        <p:spPr>
          <a:xfrm>
            <a:off x="2079322" y="1716066"/>
            <a:ext cx="4634630" cy="307777"/>
          </a:xfrm>
          <a:prstGeom prst="rect">
            <a:avLst/>
          </a:prstGeom>
          <a:noFill/>
        </p:spPr>
        <p:txBody>
          <a:bodyPr wrap="square" rtlCol="0">
            <a:spAutoFit/>
          </a:bodyPr>
          <a:lstStyle/>
          <a:p>
            <a:r>
              <a:rPr lang="en-US" dirty="0">
                <a:hlinkClick r:id="rId3"/>
              </a:rPr>
              <a:t>https://github.com/msg4uc/AICTE-IBM-Nutrition-Agent</a:t>
            </a:r>
            <a:endParaRPr lang="en-US" dirty="0"/>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a:t>
            </a:r>
            <a:r>
              <a:rPr lang="en-US" sz="2400" b="1" dirty="0">
                <a:sym typeface="Times New Roman"/>
              </a:rPr>
              <a:t> </a:t>
            </a:r>
            <a:r>
              <a:rPr lang="en-US" sz="2800" b="1" dirty="0">
                <a:sym typeface="Times New Roman"/>
              </a:rPr>
              <a:t>Scope</a:t>
            </a:r>
            <a:r>
              <a:rPr lang="en-US" sz="2400" b="1" dirty="0">
                <a:sym typeface="Times New Roman"/>
              </a:rPr>
              <a:t>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a:t>
            </a:r>
            <a:r>
              <a:rPr lang="en-US" sz="2400" b="1" dirty="0"/>
              <a:t>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 name="Picture 3">
            <a:extLst>
              <a:ext uri="{FF2B5EF4-FFF2-40B4-BE49-F238E27FC236}">
                <a16:creationId xmlns:a16="http://schemas.microsoft.com/office/drawing/2014/main" id="{A037CFD0-B7FF-D9BE-3433-88E5844EF332}"/>
              </a:ext>
            </a:extLst>
          </p:cNvPr>
          <p:cNvPicPr>
            <a:picLocks noChangeAspect="1"/>
          </p:cNvPicPr>
          <p:nvPr/>
        </p:nvPicPr>
        <p:blipFill>
          <a:blip r:embed="rId2"/>
          <a:srcRect/>
          <a:stretch/>
        </p:blipFill>
        <p:spPr>
          <a:xfrm>
            <a:off x="2553442" y="1350428"/>
            <a:ext cx="7075219" cy="529519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089" r="2089"/>
          <a:stretch/>
        </p:blipFill>
        <p:spPr>
          <a:xfrm>
            <a:off x="2507223" y="1477578"/>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a:t>
            </a:r>
            <a:r>
              <a:rPr lang="en-US" sz="2400" b="1" i="0" u="none" strike="noStrike" baseline="0" dirty="0">
                <a:solidFill>
                  <a:srgbClr val="000000"/>
                </a:solidFill>
                <a:latin typeface="Arial"/>
              </a:rPr>
              <a:t> Earned:</a:t>
            </a:r>
            <a:r>
              <a:rPr sz="2400" b="0" i="0" dirty="0">
                <a:solidFill>
                  <a:srgbClr val="000000"/>
                </a:solidFill>
                <a:latin typeface="Arial"/>
                <a:ea typeface="Arial"/>
                <a:cs typeface="Arial"/>
              </a:rPr>
              <a:t>​</a:t>
            </a:r>
            <a:endParaRPr lang="en-US" dirty="0"/>
          </a:p>
          <a:p>
            <a:pPr algn="ctr"/>
            <a:endParaRPr lang="en-US" dirty="0"/>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1383</Words>
  <Application>Microsoft Macintosh PowerPoint</Application>
  <PresentationFormat>Widescreen</PresentationFormat>
  <Paragraphs>131</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Kumar Uday Charan</cp:lastModifiedBy>
  <cp:revision>13</cp:revision>
  <dcterms:created xsi:type="dcterms:W3CDTF">2025-07-08T05:06:56Z</dcterms:created>
  <dcterms:modified xsi:type="dcterms:W3CDTF">2026-09-11T20:29:18Z</dcterms:modified>
</cp:coreProperties>
</file>